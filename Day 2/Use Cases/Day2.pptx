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8" r:id="rId3"/>
  </p:sldMasterIdLst>
  <p:notesMasterIdLst>
    <p:notesMasterId r:id="rId15"/>
  </p:notesMasterIdLst>
  <p:sldIdLst>
    <p:sldId id="2147482962" r:id="rId4"/>
    <p:sldId id="256" r:id="rId5"/>
    <p:sldId id="2147482961" r:id="rId6"/>
    <p:sldId id="2147482960" r:id="rId7"/>
    <p:sldId id="268" r:id="rId8"/>
    <p:sldId id="259" r:id="rId9"/>
    <p:sldId id="262" r:id="rId10"/>
    <p:sldId id="260" r:id="rId11"/>
    <p:sldId id="261" r:id="rId12"/>
    <p:sldId id="263"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2" autoAdjust="0"/>
    <p:restoredTop sz="94660"/>
  </p:normalViewPr>
  <p:slideViewPr>
    <p:cSldViewPr snapToGrid="0">
      <p:cViewPr varScale="1">
        <p:scale>
          <a:sx n="61" d="100"/>
          <a:sy n="61" d="100"/>
        </p:scale>
        <p:origin x="629"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957A4-5530-4338-A28B-0E09ED6249BA}"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82C41-88C5-47FD-A22E-E72FAA8DF1D2}" type="slidenum">
              <a:rPr lang="en-US" smtClean="0"/>
              <a:t>‹#›</a:t>
            </a:fld>
            <a:endParaRPr lang="en-US"/>
          </a:p>
        </p:txBody>
      </p:sp>
    </p:spTree>
    <p:extLst>
      <p:ext uri="{BB962C8B-B14F-4D97-AF65-F5344CB8AC3E}">
        <p14:creationId xmlns:p14="http://schemas.microsoft.com/office/powerpoint/2010/main" val="3028818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7AEBD-33EB-C7F2-7961-60688C5B7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232C5-7424-0CA7-BA5B-B2E25E382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FC1D2-3868-4616-6C66-61B9B87DD41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1ECFB1B-4CF0-3725-7C25-CE1E98337E14}"/>
              </a:ext>
            </a:extLst>
          </p:cNvPr>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3E5B2688-55D6-288B-55B3-F968162B6281}"/>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95FF232-C82A-45FA-C04C-E286A0980F38}"/>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11:05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AF44C025-7384-5DBE-208D-89654BFDA597}"/>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6441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58ADD-EEBF-1C1A-0F02-6B57AB4D8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77312-181F-ECC7-6A32-29354AAA0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BED7E-9D1B-8140-FBD0-38285B0EB6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C16D8C-D99D-FF1F-961B-9F466DA2C3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FDBA87-8C76-404E-B4A7-840C59C4E9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6222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B6DE0-6DE5-1ADB-E3E7-C37C5FE35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861E2-85C4-C844-9554-C53EADB08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95724-BCC2-BEF4-13F9-4C3A11D49F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7A190C-783C-46CC-8977-552CC6B48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FDBA87-8C76-404E-B4A7-840C59C4E9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6642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67F68-5899-754F-1248-7E941F89E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A7141-3FF9-8B4E-534A-4B45366A6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96DFA-B5EA-E346-47B6-AC5B3613EE85}"/>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6E562B0A-F17E-462F-4C1D-D0A82A533D4B}"/>
              </a:ext>
            </a:extLst>
          </p:cNvPr>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2BB659D-7B98-5127-2F4F-B095B9B5F2DF}"/>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DFA6736-8C2E-D532-CA36-9459DFECF1CA}"/>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11:05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FE6562C4-98D0-6586-7163-E169D5DC1B7D}"/>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075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2A1C7-04E5-213D-7C0A-DF197F795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B4936-6284-34DE-5648-7C77E08EE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78C16-410D-CB7E-0982-55439BB944C0}"/>
              </a:ext>
            </a:extLst>
          </p:cNvPr>
          <p:cNvSpPr>
            <a:spLocks noGrp="1"/>
          </p:cNvSpPr>
          <p:nvPr>
            <p:ph type="body" idx="1"/>
          </p:nvPr>
        </p:nvSpPr>
        <p:spPr/>
        <p:txBody>
          <a:bodyPr/>
          <a:lstStyle/>
          <a:p>
            <a:r>
              <a:rPr lang="en-US" dirty="0"/>
              <a:t>Real-world evidence clinical protocols leverage data collected outside traditional clinical trials. This includes diverse patient populations and various healthcare settings to evaluate treatment effectiveness. Key considerations involve careful study design, the choice of data sources, and adherence to regulatory guidelines, ensuring that findings are valid and applicable in real-world scenarios.</a:t>
            </a:r>
          </a:p>
        </p:txBody>
      </p:sp>
      <p:sp>
        <p:nvSpPr>
          <p:cNvPr id="4" name="Slide Number Placeholder 3">
            <a:extLst>
              <a:ext uri="{FF2B5EF4-FFF2-40B4-BE49-F238E27FC236}">
                <a16:creationId xmlns:a16="http://schemas.microsoft.com/office/drawing/2014/main" id="{A444D073-870D-9D27-BC2F-0B2F33C8C3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CC552E-CEF4-4904-AE69-E8F6D7718A9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5071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8845-D120-D846-B1C6-78AF68564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A5A4C-DDB4-95F5-5E93-C46D2884D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7D711-3066-6EC6-894D-E97E92BBAA6B}"/>
              </a:ext>
            </a:extLst>
          </p:cNvPr>
          <p:cNvSpPr>
            <a:spLocks noGrp="1"/>
          </p:cNvSpPr>
          <p:nvPr>
            <p:ph type="body" idx="1"/>
          </p:nvPr>
        </p:nvSpPr>
        <p:spPr/>
        <p:txBody>
          <a:bodyPr>
            <a:normAutofit/>
          </a:bodyPr>
          <a:lstStyle/>
          <a:p>
            <a:endParaRPr lang="en-US"/>
          </a:p>
        </p:txBody>
      </p:sp>
      <p:sp>
        <p:nvSpPr>
          <p:cNvPr id="8" name="Date Placeholder 7">
            <a:extLst>
              <a:ext uri="{FF2B5EF4-FFF2-40B4-BE49-F238E27FC236}">
                <a16:creationId xmlns:a16="http://schemas.microsoft.com/office/drawing/2014/main" id="{5109C924-CD77-8BAB-C121-D17720D80AE3}"/>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E42C6D-4819-4BF2-A6ED-DBB6B89153C6}" type="datetime8">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10:50 AM</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9" name="Footer Placeholder 8">
            <a:extLst>
              <a:ext uri="{FF2B5EF4-FFF2-40B4-BE49-F238E27FC236}">
                <a16:creationId xmlns:a16="http://schemas.microsoft.com/office/drawing/2014/main" id="{BD2686C9-67C0-0CAB-F9D8-B03EC2EE5674}"/>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a:extLst>
              <a:ext uri="{FF2B5EF4-FFF2-40B4-BE49-F238E27FC236}">
                <a16:creationId xmlns:a16="http://schemas.microsoft.com/office/drawing/2014/main" id="{60744EA4-1402-89DE-AC56-74EE1528D1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1" name="Header Placeholder 10">
            <a:extLst>
              <a:ext uri="{FF2B5EF4-FFF2-40B4-BE49-F238E27FC236}">
                <a16:creationId xmlns:a16="http://schemas.microsoft.com/office/drawing/2014/main" id="{0F44378B-343D-C6D8-B275-92C75EF807AD}"/>
              </a:ext>
            </a:extLst>
          </p:cNvPr>
          <p:cNvSpPr>
            <a:spLocks noGrp="1"/>
          </p:cNvSpPr>
          <p:nvPr>
            <p:ph type="hd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rPr>
              <a:t>Tech Ready 15</a:t>
            </a:r>
          </a:p>
        </p:txBody>
      </p:sp>
    </p:spTree>
    <p:extLst>
      <p:ext uri="{BB962C8B-B14F-4D97-AF65-F5344CB8AC3E}">
        <p14:creationId xmlns:p14="http://schemas.microsoft.com/office/powerpoint/2010/main" val="3958099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5D91-22FB-A72E-55ED-2EFBE052A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3F2FC-5DF6-F84B-2508-A1DC915EC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0CA47-77FB-2C08-E438-12E9FD87FD7E}"/>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C1D5B37E-8F5A-5879-E3AF-0B61E9AADAB3}"/>
              </a:ext>
            </a:extLst>
          </p:cNvPr>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FDBC5ADC-4344-C87F-AB9F-A74856094A62}"/>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4EB3AFE-F5D4-5354-C27F-28C6E028980C}"/>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10:50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EA013689-1188-FCAB-B112-1A10EDBFA4D9}"/>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8721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67459-9BC3-D51D-0383-738DB4F84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C45CA-E829-C5F4-EBB9-A7494805A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CACDA-6F01-5FE2-5525-A29E0FF211A3}"/>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9C4F9BEA-C414-EEF7-8495-B2427500B7E4}"/>
              </a:ext>
            </a:extLst>
          </p:cNvPr>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C7BEC2B8-0CCC-997C-94B2-61612A660499}"/>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F38D9D1-7D75-EA9B-329F-21966EF07BB4}"/>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10:50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980B3164-EA57-9219-A5FC-008509C8D177}"/>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8405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2716-2CEF-77F1-771F-D61B9DBF8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B3FA1-CAE3-0E67-2B62-809D14F69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BE7FE-D5C6-30A8-0F1B-F702F798C637}"/>
              </a:ext>
            </a:extLst>
          </p:cNvPr>
          <p:cNvSpPr>
            <a:spLocks noGrp="1"/>
          </p:cNvSpPr>
          <p:nvPr>
            <p:ph type="body" idx="1"/>
          </p:nvPr>
        </p:nvSpPr>
        <p:spPr/>
        <p:txBody>
          <a:bodyPr/>
          <a:lstStyle/>
          <a:p>
            <a:r>
              <a:rPr lang="en-US" dirty="0"/>
              <a:t>Real-world evidence clinical protocols leverage data collected outside traditional clinical trials. This includes diverse patient populations and various healthcare settings to evaluate treatment effectiveness. Key considerations involve careful study design, the choice of data sources, and adherence to regulatory guidelines, ensuring that findings are valid and applicable in real-world scenarios.</a:t>
            </a:r>
          </a:p>
        </p:txBody>
      </p:sp>
      <p:sp>
        <p:nvSpPr>
          <p:cNvPr id="4" name="Slide Number Placeholder 3">
            <a:extLst>
              <a:ext uri="{FF2B5EF4-FFF2-40B4-BE49-F238E27FC236}">
                <a16:creationId xmlns:a16="http://schemas.microsoft.com/office/drawing/2014/main" id="{3F29A4E1-4150-7DAE-D7EC-9EE6C2BE64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CC552E-CEF4-4904-AE69-E8F6D7718A9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8563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62F8-CE7E-DEA9-C81C-24D2148E4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60F7A-0794-7278-12D9-4E6EC38B0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F0B87-57D8-4AD7-43CB-4EF456A3E33E}"/>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4E18348B-875B-14DF-7409-27AB35F4E403}"/>
              </a:ext>
            </a:extLst>
          </p:cNvPr>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21723C60-9387-8480-81B6-BE39ED5B4C37}"/>
              </a:ext>
            </a:extLst>
          </p:cNvPr>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012BB4E-A5CF-F8EC-BB30-1BFED3BA0588}"/>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1/9/2026 10:50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F573B745-DC87-1CB6-2621-CBDDD8EB0AF5}"/>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9408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FD199-7BE4-9BC0-2577-4B980D437D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BBAEBD-A21A-63DB-DE99-F4E6606D3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D054F-D713-F46D-391F-1E9DC54E0DC8}"/>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440A8F85-314B-21DA-1F73-DE82F8741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099E9-4614-3DCF-7D59-9E4F2754D81A}"/>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602580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8B39-033B-1E73-217C-B0858F88AF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6D94FB-2509-D37A-58AB-96A9179DB9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2C435-ED83-0951-3AC5-56C9D7388B3C}"/>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DB1BCBC6-E03E-3C9E-76ED-6BF5F14C2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CD8D3-214B-6354-3178-6D56DF284ED8}"/>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3161005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9C62-ED4B-0F9C-DC85-380E7FBD3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DED33B-9F87-2925-8F73-F36A39C655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FC4249-E2A1-6FBF-F970-650D3053A798}"/>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92165429-188A-FA79-C184-B7B2F4CDA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F255D-A77F-8344-BB9A-40AB7657888A}"/>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277467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3937-9912-E10A-918A-6CDBBDB57B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4B7DE7-F441-F110-1472-5DE694750F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43C1273-A328-4D61-98BC-42D4F4859E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F08BF7-7B31-8F55-BC88-E17A4763E2DE}"/>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6" name="Footer Placeholder 5">
            <a:extLst>
              <a:ext uri="{FF2B5EF4-FFF2-40B4-BE49-F238E27FC236}">
                <a16:creationId xmlns:a16="http://schemas.microsoft.com/office/drawing/2014/main" id="{1DD2BE4E-6971-080A-FDB1-95685C8B45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39A776-9095-E7BF-252E-B2DB340960ED}"/>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2299973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2E0BB-F0C8-D952-DEC9-CD8CC6E892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543E9A-1507-BAF6-FC0E-552CABA13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ED767-9EAE-9088-88B4-756B4B41B1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315542-C3BC-7486-9600-F0CE3CAE8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1A7DB-CC2F-15EF-6B06-2A1E4A64BC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A29D78-6940-69DC-CB9E-AE00AB389C27}"/>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8" name="Footer Placeholder 7">
            <a:extLst>
              <a:ext uri="{FF2B5EF4-FFF2-40B4-BE49-F238E27FC236}">
                <a16:creationId xmlns:a16="http://schemas.microsoft.com/office/drawing/2014/main" id="{22624AA7-7C96-3E7F-C61A-E52E993B16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A8BD58-DE92-ACE9-1B37-D9F43425DA62}"/>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4289245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C3F8-BEA6-5E3D-639A-5DC9BC213F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2821BE-641C-1C12-298C-8A823E2828A5}"/>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4" name="Footer Placeholder 3">
            <a:extLst>
              <a:ext uri="{FF2B5EF4-FFF2-40B4-BE49-F238E27FC236}">
                <a16:creationId xmlns:a16="http://schemas.microsoft.com/office/drawing/2014/main" id="{8EEF2995-7C4B-3352-DA44-5E1A789BB1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F8F228-3FEC-752F-B17E-29A088C252C6}"/>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319118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699789-C204-04AD-9C43-B125E99C014F}"/>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3" name="Footer Placeholder 2">
            <a:extLst>
              <a:ext uri="{FF2B5EF4-FFF2-40B4-BE49-F238E27FC236}">
                <a16:creationId xmlns:a16="http://schemas.microsoft.com/office/drawing/2014/main" id="{9E63D0C6-461A-5B30-1FA5-0533A53B05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AEDE64-BFCC-E0DF-CE16-1AE263E77984}"/>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153005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042EF-A8BF-A6AD-D93A-43C102916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00FC4D-9112-1BFA-D976-4427BDD24B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D63ABE-4DB8-77B4-1FC7-7E144AE59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FA01C-D34D-1927-F822-643CE606F809}"/>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6" name="Footer Placeholder 5">
            <a:extLst>
              <a:ext uri="{FF2B5EF4-FFF2-40B4-BE49-F238E27FC236}">
                <a16:creationId xmlns:a16="http://schemas.microsoft.com/office/drawing/2014/main" id="{5C1192C5-62FF-DC56-6765-F8131FA8A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D0210-4481-11D2-C933-C17CA9630DA6}"/>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1687092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F99B5-B5A9-3850-77CD-D64358998A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E4D8A6-943C-99E2-670D-1E9DF219EC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B0C58-36B6-93D8-771C-7C04BBF41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106342-3222-B310-842C-03FE4AF3FA6D}"/>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6" name="Footer Placeholder 5">
            <a:extLst>
              <a:ext uri="{FF2B5EF4-FFF2-40B4-BE49-F238E27FC236}">
                <a16:creationId xmlns:a16="http://schemas.microsoft.com/office/drawing/2014/main" id="{EB49779B-B302-BCB2-61B8-51D197EABB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262AB-B2EE-AAEE-A725-C8D518D7EF2E}"/>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1811661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4E76-EF93-608D-8A15-F9F894E35B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AA2615-10FA-0227-B51D-DF8CC4AE45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C178E1-0340-203D-1151-D76B82F60A2F}"/>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6DAEE77B-4F9E-D505-91A4-FB741927A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A13B8-4AB6-2868-6D47-A627A7650766}"/>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3340368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362BC-F7BC-655B-82D3-864424EC36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79D6EA-BD41-6D7E-A8C8-818A85BB66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5B185-F2B0-E8AA-0276-345E646F812D}"/>
              </a:ext>
            </a:extLst>
          </p:cNvPr>
          <p:cNvSpPr>
            <a:spLocks noGrp="1"/>
          </p:cNvSpPr>
          <p:nvPr>
            <p:ph type="dt" sz="half" idx="10"/>
          </p:nvPr>
        </p:nvSpPr>
        <p:spPr/>
        <p:txBody>
          <a:body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86DA899B-3BCD-7581-A48A-63BE595B3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D9AFE-D9CB-A668-840B-98A986B3ED36}"/>
              </a:ext>
            </a:extLst>
          </p:cNvPr>
          <p:cNvSpPr>
            <a:spLocks noGrp="1"/>
          </p:cNvSpPr>
          <p:nvPr>
            <p:ph type="sldNum" sz="quarter" idx="12"/>
          </p:nvPr>
        </p:nvSpPr>
        <p:spPr/>
        <p:txBody>
          <a:bodyPr/>
          <a:lstStyle/>
          <a:p>
            <a:fld id="{D9552388-BE5F-44EE-B707-2AE28F63120B}" type="slidenum">
              <a:rPr lang="en-US" smtClean="0"/>
              <a:t>‹#›</a:t>
            </a:fld>
            <a:endParaRPr lang="en-US"/>
          </a:p>
        </p:txBody>
      </p:sp>
    </p:spTree>
    <p:extLst>
      <p:ext uri="{BB962C8B-B14F-4D97-AF65-F5344CB8AC3E}">
        <p14:creationId xmlns:p14="http://schemas.microsoft.com/office/powerpoint/2010/main" val="167201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p:nvSpPr>
        <p:spPr>
          <a:xfrm>
            <a:off x="584200" y="2841172"/>
            <a:ext cx="3790950" cy="1495794"/>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a:ln>
                  <a:noFill/>
                </a:ln>
                <a:solidFill>
                  <a:srgbClr val="FFFFFF"/>
                </a:solidFill>
                <a:effectLst/>
                <a:uLnTx/>
                <a:uFillTx/>
                <a:latin typeface="Segoe Sans Text Semibold"/>
                <a:ea typeface="+mn-ea"/>
                <a:cs typeface="+mn-cs"/>
              </a:rPr>
              <a:t>Microsoft Azure</a:t>
            </a:r>
          </a:p>
        </p:txBody>
      </p:sp>
    </p:spTree>
    <p:extLst>
      <p:ext uri="{BB962C8B-B14F-4D97-AF65-F5344CB8AC3E}">
        <p14:creationId xmlns:p14="http://schemas.microsoft.com/office/powerpoint/2010/main" val="2785120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Walkin">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p:nvSpPr>
        <p:spPr>
          <a:xfrm>
            <a:off x="584200" y="2841172"/>
            <a:ext cx="3790950" cy="1495794"/>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Segoe Sans Text Semibold"/>
                <a:ea typeface="+mn-ea"/>
                <a:cs typeface="+mn-cs"/>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4862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484128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5586751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692056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400068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94410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1544733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7843233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198613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2176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420188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133025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9308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409779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76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609F-798F-0CCF-8F9B-1451D661DC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14AB2A-BF79-0A11-BE5E-A580F0E26C4D}"/>
              </a:ext>
            </a:extLst>
          </p:cNvPr>
          <p:cNvSpPr>
            <a:spLocks noGrp="1"/>
          </p:cNvSpPr>
          <p:nvPr>
            <p:ph type="dt" sz="half" idx="10"/>
          </p:nvPr>
        </p:nvSpPr>
        <p:spPr/>
        <p:txBody>
          <a:bodyPr/>
          <a:lstStyle/>
          <a:p>
            <a:fld id="{4F2FF9A1-23B3-4FC5-8919-7CC97A95A51D}" type="datetimeFigureOut">
              <a:rPr lang="en-US" smtClean="0"/>
              <a:t>1/9/2026</a:t>
            </a:fld>
            <a:endParaRPr lang="en-US"/>
          </a:p>
        </p:txBody>
      </p:sp>
      <p:sp>
        <p:nvSpPr>
          <p:cNvPr id="4" name="Footer Placeholder 3">
            <a:extLst>
              <a:ext uri="{FF2B5EF4-FFF2-40B4-BE49-F238E27FC236}">
                <a16:creationId xmlns:a16="http://schemas.microsoft.com/office/drawing/2014/main" id="{4803B2FB-BB6D-51C4-509A-D45A055D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9398A0-59E6-3873-E172-00C5E7372058}"/>
              </a:ext>
            </a:extLst>
          </p:cNvPr>
          <p:cNvSpPr>
            <a:spLocks noGrp="1"/>
          </p:cNvSpPr>
          <p:nvPr>
            <p:ph type="sldNum" sz="quarter" idx="12"/>
          </p:nvPr>
        </p:nvSpPr>
        <p:spPr/>
        <p:txBody>
          <a:bodyPr/>
          <a:lstStyle/>
          <a:p>
            <a:fld id="{8BEB36BC-196E-4986-AED8-5BE1D1D9056D}" type="slidenum">
              <a:rPr lang="en-US" smtClean="0"/>
              <a:t>‹#›</a:t>
            </a:fld>
            <a:endParaRPr lang="en-US"/>
          </a:p>
        </p:txBody>
      </p:sp>
    </p:spTree>
    <p:extLst>
      <p:ext uri="{BB962C8B-B14F-4D97-AF65-F5344CB8AC3E}">
        <p14:creationId xmlns:p14="http://schemas.microsoft.com/office/powerpoint/2010/main" val="22538999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F06F-4FAF-67C4-BDAA-FBFB9EDAC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E2F7C2-2634-12E1-22B6-9838E967B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2D8AB9-C78C-280A-33CF-01323BC3E78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C1146057-EB0C-793B-90D7-92E0D180F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CEF68-CE71-E436-14F1-24D138B5DB68}"/>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5340403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01977-9234-B386-4CAF-365B2D5AB7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7F3E0B-0CE4-E9DB-D485-7BAD144AC4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3AEE5-6803-16A6-5A25-1BE955689E8B}"/>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139E955D-D8FA-08A4-5831-978769D33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F7789-068D-C9F1-79B6-47A1F8AD97E9}"/>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4544144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759F-6F26-42BF-422B-CF26193C0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2DC727-6192-D312-B052-B800D73645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A3524-3F54-9E68-AF12-8DDC964D032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C49A3639-C7F0-DD65-274D-8CC5B96F1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8B497-9320-3568-A33C-43ABFD38F4BE}"/>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542451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A751-3719-D28A-6F2F-8F2B4B6C8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909B5B-F7B5-9A7B-5E75-6AF512D7C7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BD616E-59A7-3558-8726-FEBFADD36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E9990A-3B43-D525-7141-B6707C8E6C12}"/>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D2188737-CE76-B94A-2FFD-208664FCA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A4FC20-25BD-774C-46EB-879B1DAD84F1}"/>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6790062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93F7-B303-EC7A-F059-75F20CCD2F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988586-F4D7-5AE2-5974-2624A6A1B9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CF6652-E660-C772-B605-412C752998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6FA517-D822-6265-A590-49A956106F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C912E0-673D-4962-92D9-CA0528CD72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B29A5E-ED87-165C-1B90-DC0828A0906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8" name="Footer Placeholder 7">
            <a:extLst>
              <a:ext uri="{FF2B5EF4-FFF2-40B4-BE49-F238E27FC236}">
                <a16:creationId xmlns:a16="http://schemas.microsoft.com/office/drawing/2014/main" id="{3B449322-88F0-BAD0-0D03-D770E3EB96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BE8F58-52F3-36CC-7E7B-977A456EE507}"/>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13844914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A65A-1987-9A02-BBEF-7579DD12E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9C295A-A28C-FA4D-DE63-CC265752FEB4}"/>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4" name="Footer Placeholder 3">
            <a:extLst>
              <a:ext uri="{FF2B5EF4-FFF2-40B4-BE49-F238E27FC236}">
                <a16:creationId xmlns:a16="http://schemas.microsoft.com/office/drawing/2014/main" id="{25555675-B366-C196-525A-D21CA407D2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926C58-026A-B170-5D02-01C6AB453CBC}"/>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36540238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35CB8-A586-D036-B62D-5BBD8A3E084D}"/>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3" name="Footer Placeholder 2">
            <a:extLst>
              <a:ext uri="{FF2B5EF4-FFF2-40B4-BE49-F238E27FC236}">
                <a16:creationId xmlns:a16="http://schemas.microsoft.com/office/drawing/2014/main" id="{25ADAFB5-F52F-105D-E6E9-1BF629E431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4C681-089B-50D6-7ECE-31DF412A6D90}"/>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9288701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44B3-4220-A70F-B6F1-B37FCA3B58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85A622-89D1-1D91-83A6-37879D0CA8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39D44C-8CCD-1459-0498-17E76979D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9A8E71-CC68-1DBF-CD05-D1FD91D2C176}"/>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164C3453-A742-3CC4-AF25-DDCF8484D9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603918-CBE5-20C8-57FA-2777E194A122}"/>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10612194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9B0-C904-F8E5-0484-8B6479071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69F77-C31E-5423-8E57-2F769B2BA2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101B49-BAC2-7E33-224A-4F32CCC38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9618EA-5BD2-9BD7-2515-138CB21AC9B0}"/>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5B428FFD-08B5-DC64-8755-2BA201FC86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AED562-E0E5-80EC-E54B-C2896A346570}"/>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36937374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8C35A-3024-B5BC-5E8C-02FC3225B5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C630B2-CB94-36E6-C928-E55D09D2B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93ED-975E-4EDF-C59E-D6C4B4DEE2E7}"/>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47EA7AB2-BD80-E1B2-3BCE-8BB9306B9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F0884-161A-9819-9D3E-CD08F522F779}"/>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0114995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C3C16-E700-4245-25A9-4ECBAFAB19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FBFB5F-79CB-08EF-EF80-E097FAC6DA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EFF639-6CC4-D126-18F0-A4EFEE36B6B9}"/>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1BDB23BB-32DA-E06C-57E1-10B843937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C3363-80E1-BF16-AAFA-79512E772626}"/>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41470516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Title Only">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a:lstStyle>
            <a:lvl1pPr algn="l">
              <a:defRPr sz="4800">
                <a:solidFill>
                  <a:schemeClr val="tx2"/>
                </a:solidFill>
              </a:defRPr>
            </a:lvl1pPr>
          </a:lstStyle>
          <a:p>
            <a:r>
              <a:rPr lang="en-US"/>
              <a:t>Click to edit Master title style</a:t>
            </a:r>
          </a:p>
        </p:txBody>
      </p:sp>
      <p:sp>
        <p:nvSpPr>
          <p:cNvPr id="6" name="Slide Number Placeholder 4"/>
          <p:cNvSpPr>
            <a:spLocks noGrp="1"/>
          </p:cNvSpPr>
          <p:nvPr>
            <p:ph type="sldNum" sz="quarter" idx="4"/>
          </p:nvPr>
        </p:nvSpPr>
        <p:spPr>
          <a:xfrm>
            <a:off x="11367165" y="6629335"/>
            <a:ext cx="555597" cy="133860"/>
          </a:xfrm>
          <a:prstGeom prst="rect">
            <a:avLst/>
          </a:prstGeom>
        </p:spPr>
        <p:txBody>
          <a:bodyPr vert="horz" lIns="91440" tIns="0" rIns="0" bIns="0" rtlCol="0" anchor="ctr"/>
          <a:lstStyle>
            <a:lvl1pPr algn="r" defTabSz="914367" fontAlgn="auto">
              <a:spcBef>
                <a:spcPts val="0"/>
              </a:spcBef>
              <a:spcAft>
                <a:spcPts val="0"/>
              </a:spcAft>
              <a:defRPr lang="en-US" sz="882" b="0" kern="1200">
                <a:solidFill>
                  <a:srgbClr val="505050"/>
                </a:solidFill>
                <a:latin typeface="+mn-lt"/>
                <a:ea typeface="+mn-ea"/>
                <a:cs typeface="+mn-cs"/>
              </a:defRPr>
            </a:lvl1pPr>
          </a:lstStyle>
          <a:p>
            <a:pPr>
              <a:defRPr/>
            </a:pPr>
            <a:fld id="{75FAD755-3BD0-2447-A9DF-109DAABEFD99}" type="slidenum">
              <a:rPr/>
              <a:pPr>
                <a:defRPr/>
              </a:pPr>
              <a:t>‹#›</a:t>
            </a:fld>
            <a:endParaRPr/>
          </a:p>
        </p:txBody>
      </p:sp>
      <p:pic>
        <p:nvPicPr>
          <p:cNvPr id="5" name="Picture 4"/>
          <p:cNvPicPr>
            <a:picLocks noChangeAspect="1"/>
          </p:cNvPicPr>
          <p:nvPr userDrawn="1"/>
        </p:nvPicPr>
        <p:blipFill>
          <a:blip r:embed="rId2"/>
          <a:stretch>
            <a:fillRect/>
          </a:stretch>
        </p:blipFill>
        <p:spPr>
          <a:xfrm>
            <a:off x="269239" y="6481587"/>
            <a:ext cx="898127" cy="191293"/>
          </a:xfrm>
          <a:prstGeom prst="rect">
            <a:avLst/>
          </a:prstGeom>
        </p:spPr>
      </p:pic>
    </p:spTree>
    <p:extLst>
      <p:ext uri="{BB962C8B-B14F-4D97-AF65-F5344CB8AC3E}">
        <p14:creationId xmlns:p14="http://schemas.microsoft.com/office/powerpoint/2010/main" val="1665046916"/>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0" y="0"/>
            <a:ext cx="11655840" cy="899665"/>
          </a:xfrm>
        </p:spPr>
        <p:txBody>
          <a:bodyPr lIns="548640" tIns="548640" rIns="91440"/>
          <a:lstStyle/>
          <a:p>
            <a:r>
              <a:rPr lang="en-US"/>
              <a:t>Click to edit Master title style</a:t>
            </a:r>
          </a:p>
        </p:txBody>
      </p:sp>
    </p:spTree>
    <p:extLst>
      <p:ext uri="{BB962C8B-B14F-4D97-AF65-F5344CB8AC3E}">
        <p14:creationId xmlns:p14="http://schemas.microsoft.com/office/powerpoint/2010/main" val="12098054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9906039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F06F-4FAF-67C4-BDAA-FBFB9EDAC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E2F7C2-2634-12E1-22B6-9838E967B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2D8AB9-C78C-280A-33CF-01323BC3E78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C1146057-EB0C-793B-90D7-92E0D180F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CEF68-CE71-E436-14F1-24D138B5DB68}"/>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32209075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01977-9234-B386-4CAF-365B2D5AB7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7F3E0B-0CE4-E9DB-D485-7BAD144AC4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3AEE5-6803-16A6-5A25-1BE955689E8B}"/>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139E955D-D8FA-08A4-5831-978769D33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F7789-068D-C9F1-79B6-47A1F8AD97E9}"/>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1037527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759F-6F26-42BF-422B-CF26193C0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2DC727-6192-D312-B052-B800D73645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A3524-3F54-9E68-AF12-8DDC964D032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C49A3639-C7F0-DD65-274D-8CC5B96F1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8B497-9320-3568-A33C-43ABFD38F4BE}"/>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733896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A751-3719-D28A-6F2F-8F2B4B6C8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909B5B-F7B5-9A7B-5E75-6AF512D7C7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BD616E-59A7-3558-8726-FEBFADD36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E9990A-3B43-D525-7141-B6707C8E6C12}"/>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D2188737-CE76-B94A-2FFD-208664FCA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A4FC20-25BD-774C-46EB-879B1DAD84F1}"/>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8621071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93F7-B303-EC7A-F059-75F20CCD2F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988586-F4D7-5AE2-5974-2624A6A1B9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CF6652-E660-C772-B605-412C752998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6FA517-D822-6265-A590-49A956106F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C912E0-673D-4962-92D9-CA0528CD72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B29A5E-ED87-165C-1B90-DC0828A09063}"/>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8" name="Footer Placeholder 7">
            <a:extLst>
              <a:ext uri="{FF2B5EF4-FFF2-40B4-BE49-F238E27FC236}">
                <a16:creationId xmlns:a16="http://schemas.microsoft.com/office/drawing/2014/main" id="{3B449322-88F0-BAD0-0D03-D770E3EB96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BE8F58-52F3-36CC-7E7B-977A456EE507}"/>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1497705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A65A-1987-9A02-BBEF-7579DD12E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9C295A-A28C-FA4D-DE63-CC265752FEB4}"/>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4" name="Footer Placeholder 3">
            <a:extLst>
              <a:ext uri="{FF2B5EF4-FFF2-40B4-BE49-F238E27FC236}">
                <a16:creationId xmlns:a16="http://schemas.microsoft.com/office/drawing/2014/main" id="{25555675-B366-C196-525A-D21CA407D2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926C58-026A-B170-5D02-01C6AB453CBC}"/>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38429018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35CB8-A586-D036-B62D-5BBD8A3E084D}"/>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3" name="Footer Placeholder 2">
            <a:extLst>
              <a:ext uri="{FF2B5EF4-FFF2-40B4-BE49-F238E27FC236}">
                <a16:creationId xmlns:a16="http://schemas.microsoft.com/office/drawing/2014/main" id="{25ADAFB5-F52F-105D-E6E9-1BF629E431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4C681-089B-50D6-7ECE-31DF412A6D90}"/>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33910374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44B3-4220-A70F-B6F1-B37FCA3B58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85A622-89D1-1D91-83A6-37879D0CA8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39D44C-8CCD-1459-0498-17E76979D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9A8E71-CC68-1DBF-CD05-D1FD91D2C176}"/>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164C3453-A742-3CC4-AF25-DDCF8484D9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603918-CBE5-20C8-57FA-2777E194A122}"/>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80556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9B0-C904-F8E5-0484-8B6479071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69F77-C31E-5423-8E57-2F769B2BA2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101B49-BAC2-7E33-224A-4F32CCC38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9618EA-5BD2-9BD7-2515-138CB21AC9B0}"/>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6" name="Footer Placeholder 5">
            <a:extLst>
              <a:ext uri="{FF2B5EF4-FFF2-40B4-BE49-F238E27FC236}">
                <a16:creationId xmlns:a16="http://schemas.microsoft.com/office/drawing/2014/main" id="{5B428FFD-08B5-DC64-8755-2BA201FC86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AED562-E0E5-80EC-E54B-C2896A346570}"/>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28833979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8C35A-3024-B5BC-5E8C-02FC3225B5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C630B2-CB94-36E6-C928-E55D09D2B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93ED-975E-4EDF-C59E-D6C4B4DEE2E7}"/>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47EA7AB2-BD80-E1B2-3BCE-8BB9306B9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F0884-161A-9819-9D3E-CD08F522F779}"/>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410417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C3C16-E700-4245-25A9-4ECBAFAB19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FBFB5F-79CB-08EF-EF80-E097FAC6DA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EFF639-6CC4-D126-18F0-A4EFEE36B6B9}"/>
              </a:ext>
            </a:extLst>
          </p:cNvPr>
          <p:cNvSpPr>
            <a:spLocks noGrp="1"/>
          </p:cNvSpPr>
          <p:nvPr>
            <p:ph type="dt" sz="half" idx="10"/>
          </p:nvPr>
        </p:nvSpPr>
        <p:spPr/>
        <p:txBody>
          <a:body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1BDB23BB-32DA-E06C-57E1-10B843937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C3363-80E1-BF16-AAFA-79512E772626}"/>
              </a:ext>
            </a:extLst>
          </p:cNvPr>
          <p:cNvSpPr>
            <a:spLocks noGrp="1"/>
          </p:cNvSpPr>
          <p:nvPr>
            <p:ph type="sldNum" sz="quarter" idx="12"/>
          </p:nvPr>
        </p:nvSpPr>
        <p:spPr/>
        <p:txBody>
          <a:bodyPr/>
          <a:lstStyle/>
          <a:p>
            <a:fld id="{436C4E83-23CE-42EA-A695-2BF56336183E}" type="slidenum">
              <a:rPr lang="en-US" smtClean="0"/>
              <a:t>‹#›</a:t>
            </a:fld>
            <a:endParaRPr lang="en-US"/>
          </a:p>
        </p:txBody>
      </p:sp>
    </p:spTree>
    <p:extLst>
      <p:ext uri="{BB962C8B-B14F-4D97-AF65-F5344CB8AC3E}">
        <p14:creationId xmlns:p14="http://schemas.microsoft.com/office/powerpoint/2010/main" val="14915550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Slide 2">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8C22A3-1AFC-4A9D-8B92-855616DF3801}"/>
              </a:ext>
            </a:extLst>
          </p:cNvPr>
          <p:cNvPicPr>
            <a:picLocks noChangeAspect="1"/>
          </p:cNvPicPr>
          <p:nvPr userDrawn="1"/>
        </p:nvPicPr>
        <p:blipFill>
          <a:blip r:embed="rId2"/>
          <a:srcRect/>
          <a:stretch/>
        </p:blipFill>
        <p:spPr>
          <a:xfrm>
            <a:off x="2898" y="1"/>
            <a:ext cx="12186203" cy="6857999"/>
          </a:xfrm>
          <a:prstGeom prst="rect">
            <a:avLst/>
          </a:prstGeom>
        </p:spPr>
      </p:pic>
      <p:sp>
        <p:nvSpPr>
          <p:cNvPr id="9" name="Title 1"/>
          <p:cNvSpPr>
            <a:spLocks noGrp="1"/>
          </p:cNvSpPr>
          <p:nvPr>
            <p:ph type="title" hasCustomPrompt="1"/>
          </p:nvPr>
        </p:nvSpPr>
        <p:spPr>
          <a:xfrm>
            <a:off x="584200" y="3867199"/>
            <a:ext cx="11025188" cy="553998"/>
          </a:xfrm>
          <a:noFill/>
        </p:spPr>
        <p:txBody>
          <a:bodyPr wrap="square" lIns="0" tIns="0" rIns="0" bIns="0" anchor="b" anchorCtr="0">
            <a:spAutoFit/>
          </a:bodyPr>
          <a:lstStyle>
            <a:lvl1pPr algn="ctr">
              <a:defRPr sz="36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5193323"/>
            <a:ext cx="11025188" cy="338554"/>
          </a:xfrm>
          <a:noFill/>
        </p:spPr>
        <p:txBody>
          <a:bodyPr wrap="square" lIns="0" tIns="0" rIns="0" bIns="0">
            <a:spAutoFit/>
          </a:bodyPr>
          <a:lstStyle>
            <a:lvl1pPr marL="0" indent="0" algn="ctr">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 text</a:t>
            </a:r>
          </a:p>
        </p:txBody>
      </p:sp>
      <p:sp>
        <p:nvSpPr>
          <p:cNvPr id="2" name="TextBox 1">
            <a:extLst>
              <a:ext uri="{FF2B5EF4-FFF2-40B4-BE49-F238E27FC236}">
                <a16:creationId xmlns:a16="http://schemas.microsoft.com/office/drawing/2014/main" id="{73510C35-2D08-4AC2-B380-2E49ACC4C1FC}"/>
              </a:ext>
            </a:extLst>
          </p:cNvPr>
          <p:cNvSpPr txBox="1"/>
          <p:nvPr userDrawn="1"/>
        </p:nvSpPr>
        <p:spPr>
          <a:xfrm rot="21172837">
            <a:off x="5172687" y="772148"/>
            <a:ext cx="1502291" cy="102662"/>
          </a:xfrm>
          <a:prstGeom prst="rect">
            <a:avLst/>
          </a:prstGeom>
          <a:solidFill>
            <a:schemeClr val="tx1"/>
          </a:solidFill>
        </p:spPr>
        <p:txBody>
          <a:bodyPr wrap="square" lIns="0" tIns="0" rIns="0" bIns="0" rtlCol="0">
            <a:spAutoFit/>
          </a:bodyPr>
          <a:lstStyle/>
          <a:p>
            <a:pPr algn="l"/>
            <a:endParaRPr lang="en-US" sz="2000" err="1"/>
          </a:p>
        </p:txBody>
      </p:sp>
    </p:spTree>
    <p:extLst>
      <p:ext uri="{BB962C8B-B14F-4D97-AF65-F5344CB8AC3E}">
        <p14:creationId xmlns:p14="http://schemas.microsoft.com/office/powerpoint/2010/main" val="3988575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2_Title Only">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a:lstStyle>
            <a:lvl1pPr algn="l">
              <a:defRPr sz="4800">
                <a:solidFill>
                  <a:schemeClr val="tx2"/>
                </a:solidFill>
              </a:defRPr>
            </a:lvl1pPr>
          </a:lstStyle>
          <a:p>
            <a:r>
              <a:rPr lang="en-US"/>
              <a:t>Click to edit Master title style</a:t>
            </a:r>
          </a:p>
        </p:txBody>
      </p:sp>
      <p:sp>
        <p:nvSpPr>
          <p:cNvPr id="6" name="Slide Number Placeholder 4"/>
          <p:cNvSpPr>
            <a:spLocks noGrp="1"/>
          </p:cNvSpPr>
          <p:nvPr>
            <p:ph type="sldNum" sz="quarter" idx="4"/>
          </p:nvPr>
        </p:nvSpPr>
        <p:spPr>
          <a:xfrm>
            <a:off x="11367165" y="6629335"/>
            <a:ext cx="555597" cy="133860"/>
          </a:xfrm>
          <a:prstGeom prst="rect">
            <a:avLst/>
          </a:prstGeom>
        </p:spPr>
        <p:txBody>
          <a:bodyPr vert="horz" lIns="91440" tIns="0" rIns="0" bIns="0" rtlCol="0" anchor="ctr"/>
          <a:lstStyle>
            <a:lvl1pPr algn="r" defTabSz="914367" fontAlgn="auto">
              <a:spcBef>
                <a:spcPts val="0"/>
              </a:spcBef>
              <a:spcAft>
                <a:spcPts val="0"/>
              </a:spcAft>
              <a:defRPr lang="en-US" sz="882" b="0" kern="1200">
                <a:solidFill>
                  <a:srgbClr val="505050"/>
                </a:solidFill>
                <a:latin typeface="+mn-lt"/>
                <a:ea typeface="+mn-ea"/>
                <a:cs typeface="+mn-cs"/>
              </a:defRPr>
            </a:lvl1pPr>
          </a:lstStyle>
          <a:p>
            <a:pPr marL="0" marR="0" lvl="0" indent="0" algn="r" defTabSz="914367" rtl="0" eaLnBrk="1" fontAlgn="auto" latinLnBrk="0" hangingPunct="1">
              <a:lnSpc>
                <a:spcPct val="100000"/>
              </a:lnSpc>
              <a:spcBef>
                <a:spcPts val="0"/>
              </a:spcBef>
              <a:spcAft>
                <a:spcPts val="0"/>
              </a:spcAft>
              <a:buClrTx/>
              <a:buSzTx/>
              <a:buFontTx/>
              <a:buNone/>
              <a:tabLst/>
              <a:defRPr/>
            </a:pPr>
            <a:fld id="{75FAD755-3BD0-2447-A9DF-109DAABEFD99}" type="slidenum">
              <a:rPr kumimoji="0" lang="en-US" sz="882" b="0" i="0" u="none" strike="noStrike" kern="1200" cap="none" spc="0" normalizeH="0" baseline="0" noProof="0">
                <a:ln>
                  <a:noFill/>
                </a:ln>
                <a:solidFill>
                  <a:srgbClr val="505050"/>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a:t>
            </a:fld>
            <a:endParaRPr kumimoji="0" lang="en-US" sz="882" b="0" i="0" u="none" strike="noStrike" kern="1200" cap="none" spc="0" normalizeH="0" baseline="0" noProof="0">
              <a:ln>
                <a:noFill/>
              </a:ln>
              <a:solidFill>
                <a:srgbClr val="505050"/>
              </a:solidFill>
              <a:effectLst/>
              <a:uLnTx/>
              <a:uFillTx/>
              <a:latin typeface="Calibri" panose="020F0502020204030204"/>
              <a:ea typeface="+mn-ea"/>
              <a:cs typeface="+mn-cs"/>
            </a:endParaRPr>
          </a:p>
        </p:txBody>
      </p:sp>
      <p:pic>
        <p:nvPicPr>
          <p:cNvPr id="5" name="Picture 4"/>
          <p:cNvPicPr>
            <a:picLocks noChangeAspect="1"/>
          </p:cNvPicPr>
          <p:nvPr userDrawn="1"/>
        </p:nvPicPr>
        <p:blipFill>
          <a:blip r:embed="rId2"/>
          <a:stretch>
            <a:fillRect/>
          </a:stretch>
        </p:blipFill>
        <p:spPr>
          <a:xfrm>
            <a:off x="269239" y="6481587"/>
            <a:ext cx="898127" cy="191293"/>
          </a:xfrm>
          <a:prstGeom prst="rect">
            <a:avLst/>
          </a:prstGeom>
        </p:spPr>
      </p:pic>
    </p:spTree>
    <p:extLst>
      <p:ext uri="{BB962C8B-B14F-4D97-AF65-F5344CB8AC3E}">
        <p14:creationId xmlns:p14="http://schemas.microsoft.com/office/powerpoint/2010/main" val="1669828204"/>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0" y="0"/>
            <a:ext cx="11655840" cy="899665"/>
          </a:xfrm>
        </p:spPr>
        <p:txBody>
          <a:bodyPr lIns="548640" tIns="548640" rIns="91440"/>
          <a:lstStyle/>
          <a:p>
            <a:r>
              <a:rPr lang="en-US"/>
              <a:t>Click to edit Master title style</a:t>
            </a:r>
          </a:p>
        </p:txBody>
      </p:sp>
    </p:spTree>
    <p:extLst>
      <p:ext uri="{BB962C8B-B14F-4D97-AF65-F5344CB8AC3E}">
        <p14:creationId xmlns:p14="http://schemas.microsoft.com/office/powerpoint/2010/main" val="293111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2.sv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4D360B-439B-2324-D8F3-B34B67FA3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D08FC0-C3AB-9520-63F9-EA8509E7C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0F023-E273-3558-4E10-DED1045A1F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288FCE-570F-49EC-A645-7FD0F5A82A21}" type="datetimeFigureOut">
              <a:rPr lang="en-US" smtClean="0"/>
              <a:t>1/9/2026</a:t>
            </a:fld>
            <a:endParaRPr lang="en-US"/>
          </a:p>
        </p:txBody>
      </p:sp>
      <p:sp>
        <p:nvSpPr>
          <p:cNvPr id="5" name="Footer Placeholder 4">
            <a:extLst>
              <a:ext uri="{FF2B5EF4-FFF2-40B4-BE49-F238E27FC236}">
                <a16:creationId xmlns:a16="http://schemas.microsoft.com/office/drawing/2014/main" id="{A526E484-E825-E186-05F3-97C74F558F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1D4874F-3963-581C-B6E6-4A86D919B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552388-BE5F-44EE-B707-2AE28F63120B}" type="slidenum">
              <a:rPr lang="en-US" smtClean="0"/>
              <a:t>‹#›</a:t>
            </a:fld>
            <a:endParaRPr lang="en-US"/>
          </a:p>
        </p:txBody>
      </p:sp>
    </p:spTree>
    <p:extLst>
      <p:ext uri="{BB962C8B-B14F-4D97-AF65-F5344CB8AC3E}">
        <p14:creationId xmlns:p14="http://schemas.microsoft.com/office/powerpoint/2010/main" val="1756580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832342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6E815D-76B5-29E9-19DC-120CB6FF3D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150724-EF27-935F-1301-7B52803995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F649D3-7C15-6C8A-FC02-72231142FA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911C87-EECA-4D7A-8AC3-EFEF2C3BAB9F}" type="datetimeFigureOut">
              <a:rPr lang="en-US" smtClean="0"/>
              <a:t>1/8/2026</a:t>
            </a:fld>
            <a:endParaRPr lang="en-US"/>
          </a:p>
        </p:txBody>
      </p:sp>
      <p:sp>
        <p:nvSpPr>
          <p:cNvPr id="5" name="Footer Placeholder 4">
            <a:extLst>
              <a:ext uri="{FF2B5EF4-FFF2-40B4-BE49-F238E27FC236}">
                <a16:creationId xmlns:a16="http://schemas.microsoft.com/office/drawing/2014/main" id="{D17AB816-FA73-5B8D-0226-70EBE54E00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AB441D-7CB9-3ED1-06AB-1226067886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6C4E83-23CE-42EA-A695-2BF56336183E}" type="slidenum">
              <a:rPr lang="en-US" smtClean="0"/>
              <a:t>‹#›</a:t>
            </a:fld>
            <a:endParaRPr lang="en-US"/>
          </a:p>
        </p:txBody>
      </p:sp>
    </p:spTree>
    <p:extLst>
      <p:ext uri="{BB962C8B-B14F-4D97-AF65-F5344CB8AC3E}">
        <p14:creationId xmlns:p14="http://schemas.microsoft.com/office/powerpoint/2010/main" val="394162400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sv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7.png"/><Relationship Id="rId12"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26.png"/><Relationship Id="rId11" Type="http://schemas.openxmlformats.org/officeDocument/2006/relationships/image" Target="../media/image28.jpe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29.png"/><Relationship Id="rId4" Type="http://schemas.openxmlformats.org/officeDocument/2006/relationships/image" Target="../media/image2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19C2C-093C-E6B5-E931-99D1A8914A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DFB38F-FC8E-6522-202E-D863FE7D60C4}"/>
              </a:ext>
            </a:extLst>
          </p:cNvPr>
          <p:cNvSpPr>
            <a:spLocks noGrp="1"/>
          </p:cNvSpPr>
          <p:nvPr>
            <p:ph type="title"/>
          </p:nvPr>
        </p:nvSpPr>
        <p:spPr>
          <a:xfrm>
            <a:off x="747486" y="4779033"/>
            <a:ext cx="11025188" cy="498598"/>
          </a:xfrm>
          <a:effectLst>
            <a:outerShdw blurRad="50800" dist="38100" dir="2700000" algn="tl" rotWithShape="0">
              <a:prstClr val="black">
                <a:alpha val="25000"/>
              </a:prstClr>
            </a:outerShdw>
          </a:effectLst>
        </p:spPr>
        <p:txBody>
          <a:bodyPr/>
          <a:lstStyle/>
          <a:p>
            <a:r>
              <a:rPr lang="en-US" spc="-147" dirty="0">
                <a:ln>
                  <a:noFill/>
                </a:ln>
                <a:solidFill>
                  <a:srgbClr val="FFFFFF"/>
                </a:solidFill>
                <a:latin typeface="Segoe UI Semibold" panose="020B0702040204020203" pitchFamily="34" charset="0"/>
                <a:cs typeface="Segoe UI Semibold" panose="020B0702040204020203" pitchFamily="34" charset="0"/>
              </a:rPr>
              <a:t>CI Agent</a:t>
            </a:r>
          </a:p>
        </p:txBody>
      </p:sp>
      <p:pic>
        <p:nvPicPr>
          <p:cNvPr id="10" name="MS logo white - EMF" descr="Microsoft logo white text version">
            <a:extLst>
              <a:ext uri="{FF2B5EF4-FFF2-40B4-BE49-F238E27FC236}">
                <a16:creationId xmlns:a16="http://schemas.microsoft.com/office/drawing/2014/main" id="{54A02FDD-934B-0B95-858A-2A633045E60B}"/>
              </a:ext>
            </a:extLst>
          </p:cNvPr>
          <p:cNvPicPr>
            <a:picLocks noChangeAspect="1"/>
          </p:cNvPicPr>
          <p:nvPr/>
        </p:nvPicPr>
        <p:blipFill>
          <a:blip r:embed="rId3"/>
          <a:stretch>
            <a:fillRect/>
          </a:stretch>
        </p:blipFill>
        <p:spPr bwMode="black">
          <a:xfrm>
            <a:off x="10536888" y="6274962"/>
            <a:ext cx="1366245" cy="292608"/>
          </a:xfrm>
          <a:prstGeom prst="rect">
            <a:avLst/>
          </a:prstGeom>
        </p:spPr>
      </p:pic>
    </p:spTree>
    <p:extLst>
      <p:ext uri="{BB962C8B-B14F-4D97-AF65-F5344CB8AC3E}">
        <p14:creationId xmlns:p14="http://schemas.microsoft.com/office/powerpoint/2010/main" val="53181785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C4AD83A0-0AED-C0E3-C181-70429BEAF649}"/>
              </a:ext>
            </a:extLst>
          </p:cNvPr>
          <p:cNvPicPr>
            <a:picLocks noChangeAspect="1"/>
          </p:cNvPicPr>
          <p:nvPr/>
        </p:nvPicPr>
        <p:blipFill>
          <a:blip r:embed="rId2">
            <a:extLst>
              <a:ext uri="{28A0092B-C50C-407E-A947-70E740481C1C}">
                <a14:useLocalDpi xmlns:a14="http://schemas.microsoft.com/office/drawing/2010/main" val="0"/>
              </a:ext>
            </a:extLst>
          </a:blip>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1072538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1CEB4-A2DD-EACA-5C62-9BE8A2686ADB}"/>
            </a:ext>
          </a:extLst>
        </p:cNvPr>
        <p:cNvGrpSpPr/>
        <p:nvPr/>
      </p:nvGrpSpPr>
      <p:grpSpPr>
        <a:xfrm>
          <a:off x="0" y="0"/>
          <a:ext cx="0" cy="0"/>
          <a:chOff x="0" y="0"/>
          <a:chExt cx="0" cy="0"/>
        </a:xfrm>
      </p:grpSpPr>
      <p:cxnSp>
        <p:nvCxnSpPr>
          <p:cNvPr id="146" name="Straight Arrow Connector 12">
            <a:extLst>
              <a:ext uri="{FF2B5EF4-FFF2-40B4-BE49-F238E27FC236}">
                <a16:creationId xmlns:a16="http://schemas.microsoft.com/office/drawing/2014/main" id="{432B7724-3237-25BD-CBBD-610FED3356F0}"/>
              </a:ext>
            </a:extLst>
          </p:cNvPr>
          <p:cNvCxnSpPr>
            <a:cxnSpLocks/>
            <a:stCxn id="18" idx="2"/>
          </p:cNvCxnSpPr>
          <p:nvPr/>
        </p:nvCxnSpPr>
        <p:spPr>
          <a:xfrm rot="16200000" flipH="1">
            <a:off x="726555" y="2042205"/>
            <a:ext cx="1277650" cy="1025548"/>
          </a:xfrm>
          <a:prstGeom prst="bentConnector3">
            <a:avLst>
              <a:gd name="adj1" fmla="val 99417"/>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445E75C-EDD9-BDCA-8CAB-1044A3EF5B2C}"/>
              </a:ext>
            </a:extLst>
          </p:cNvPr>
          <p:cNvCxnSpPr>
            <a:cxnSpLocks/>
          </p:cNvCxnSpPr>
          <p:nvPr/>
        </p:nvCxnSpPr>
        <p:spPr>
          <a:xfrm flipH="1">
            <a:off x="1761470" y="6125867"/>
            <a:ext cx="8661284" cy="0"/>
          </a:xfrm>
          <a:prstGeom prst="line">
            <a:avLst/>
          </a:prstGeom>
          <a:ln w="254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82" name="Straight Arrow Connector 12">
            <a:extLst>
              <a:ext uri="{FF2B5EF4-FFF2-40B4-BE49-F238E27FC236}">
                <a16:creationId xmlns:a16="http://schemas.microsoft.com/office/drawing/2014/main" id="{55492945-CC91-C8F4-9A28-3C6F4AC5ACED}"/>
              </a:ext>
            </a:extLst>
          </p:cNvPr>
          <p:cNvCxnSpPr>
            <a:cxnSpLocks/>
          </p:cNvCxnSpPr>
          <p:nvPr/>
        </p:nvCxnSpPr>
        <p:spPr>
          <a:xfrm>
            <a:off x="3214712" y="6303602"/>
            <a:ext cx="2480636" cy="0"/>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851A01F7-2C23-B4FA-065E-BC3F72ED5B2C}"/>
              </a:ext>
            </a:extLst>
          </p:cNvPr>
          <p:cNvCxnSpPr>
            <a:cxnSpLocks/>
          </p:cNvCxnSpPr>
          <p:nvPr/>
        </p:nvCxnSpPr>
        <p:spPr>
          <a:xfrm>
            <a:off x="1688700" y="603803"/>
            <a:ext cx="0" cy="5901648"/>
          </a:xfrm>
          <a:prstGeom prst="line">
            <a:avLst/>
          </a:prstGeom>
          <a:ln w="25400">
            <a:solidFill>
              <a:schemeClr val="tx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578828EC-E3BD-EADA-68B3-7FF714AB2C75}"/>
              </a:ext>
            </a:extLst>
          </p:cNvPr>
          <p:cNvCxnSpPr>
            <a:cxnSpLocks/>
          </p:cNvCxnSpPr>
          <p:nvPr/>
        </p:nvCxnSpPr>
        <p:spPr>
          <a:xfrm>
            <a:off x="10510471" y="777197"/>
            <a:ext cx="0" cy="5901648"/>
          </a:xfrm>
          <a:prstGeom prst="line">
            <a:avLst/>
          </a:prstGeom>
          <a:ln w="25400">
            <a:solidFill>
              <a:schemeClr val="tx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A535B0B4-C2EC-B57C-1208-56050BC1597F}"/>
              </a:ext>
            </a:extLst>
          </p:cNvPr>
          <p:cNvSpPr txBox="1"/>
          <p:nvPr/>
        </p:nvSpPr>
        <p:spPr>
          <a:xfrm>
            <a:off x="5627399" y="315690"/>
            <a:ext cx="731289" cy="307777"/>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t>
            </a:r>
          </a:p>
        </p:txBody>
      </p:sp>
      <p:grpSp>
        <p:nvGrpSpPr>
          <p:cNvPr id="212" name="Group 211">
            <a:extLst>
              <a:ext uri="{FF2B5EF4-FFF2-40B4-BE49-F238E27FC236}">
                <a16:creationId xmlns:a16="http://schemas.microsoft.com/office/drawing/2014/main" id="{F020CD75-816A-C3D9-353A-7DC2CC90DDF3}"/>
              </a:ext>
            </a:extLst>
          </p:cNvPr>
          <p:cNvGrpSpPr/>
          <p:nvPr/>
        </p:nvGrpSpPr>
        <p:grpSpPr>
          <a:xfrm>
            <a:off x="10881844" y="2607882"/>
            <a:ext cx="1102541" cy="1477557"/>
            <a:chOff x="10504503" y="1119206"/>
            <a:chExt cx="1102541" cy="1477557"/>
          </a:xfrm>
        </p:grpSpPr>
        <p:sp>
          <p:nvSpPr>
            <p:cNvPr id="213" name="Rectangle: Rounded Corners 212">
              <a:extLst>
                <a:ext uri="{FF2B5EF4-FFF2-40B4-BE49-F238E27FC236}">
                  <a16:creationId xmlns:a16="http://schemas.microsoft.com/office/drawing/2014/main" id="{C8BF1123-C57A-BB9B-728A-F8A067609C81}"/>
                </a:ext>
              </a:extLst>
            </p:cNvPr>
            <p:cNvSpPr/>
            <p:nvPr/>
          </p:nvSpPr>
          <p:spPr>
            <a:xfrm>
              <a:off x="10504503" y="1119206"/>
              <a:ext cx="1102541" cy="1477557"/>
            </a:xfrm>
            <a:prstGeom prst="round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214" name="Graphic 213" descr="Man">
              <a:extLst>
                <a:ext uri="{FF2B5EF4-FFF2-40B4-BE49-F238E27FC236}">
                  <a16:creationId xmlns:a16="http://schemas.microsoft.com/office/drawing/2014/main" id="{00C0CB9C-1C45-D6A9-F174-A46C784E10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13790" y="1248998"/>
              <a:ext cx="914400" cy="914400"/>
            </a:xfrm>
            <a:prstGeom prst="rect">
              <a:avLst/>
            </a:prstGeom>
          </p:spPr>
        </p:pic>
        <p:sp>
          <p:nvSpPr>
            <p:cNvPr id="215" name="TextBox 214">
              <a:extLst>
                <a:ext uri="{FF2B5EF4-FFF2-40B4-BE49-F238E27FC236}">
                  <a16:creationId xmlns:a16="http://schemas.microsoft.com/office/drawing/2014/main" id="{C897A089-C667-1B17-40E4-6AA3B99D65AA}"/>
                </a:ext>
              </a:extLst>
            </p:cNvPr>
            <p:cNvSpPr txBox="1"/>
            <p:nvPr/>
          </p:nvSpPr>
          <p:spPr>
            <a:xfrm>
              <a:off x="10686423" y="2223567"/>
              <a:ext cx="712054" cy="369332"/>
            </a:xfrm>
            <a:prstGeom prst="rect">
              <a:avLst/>
            </a:prstGeom>
            <a:ln>
              <a:noFill/>
              <a:prstDash val="solid"/>
            </a:ln>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Scientists</a:t>
              </a:r>
            </a:p>
          </p:txBody>
        </p:sp>
      </p:grpSp>
      <p:grpSp>
        <p:nvGrpSpPr>
          <p:cNvPr id="262" name="Group 261">
            <a:extLst>
              <a:ext uri="{FF2B5EF4-FFF2-40B4-BE49-F238E27FC236}">
                <a16:creationId xmlns:a16="http://schemas.microsoft.com/office/drawing/2014/main" id="{66BD6259-6F8B-A0D4-A680-B4192DE0F5B3}"/>
              </a:ext>
            </a:extLst>
          </p:cNvPr>
          <p:cNvGrpSpPr/>
          <p:nvPr/>
        </p:nvGrpSpPr>
        <p:grpSpPr>
          <a:xfrm>
            <a:off x="10913036" y="607220"/>
            <a:ext cx="1102541" cy="1477557"/>
            <a:chOff x="10504503" y="1119206"/>
            <a:chExt cx="1102541" cy="1477557"/>
          </a:xfrm>
        </p:grpSpPr>
        <p:sp>
          <p:nvSpPr>
            <p:cNvPr id="263" name="Rectangle: Rounded Corners 262">
              <a:extLst>
                <a:ext uri="{FF2B5EF4-FFF2-40B4-BE49-F238E27FC236}">
                  <a16:creationId xmlns:a16="http://schemas.microsoft.com/office/drawing/2014/main" id="{662C24B2-E5BC-4A16-4885-9F653B3DAF8D}"/>
                </a:ext>
              </a:extLst>
            </p:cNvPr>
            <p:cNvSpPr/>
            <p:nvPr/>
          </p:nvSpPr>
          <p:spPr>
            <a:xfrm>
              <a:off x="10504503" y="1119206"/>
              <a:ext cx="1102541" cy="1477557"/>
            </a:xfrm>
            <a:prstGeom prst="round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264" name="Graphic 263" descr="Man">
              <a:extLst>
                <a:ext uri="{FF2B5EF4-FFF2-40B4-BE49-F238E27FC236}">
                  <a16:creationId xmlns:a16="http://schemas.microsoft.com/office/drawing/2014/main" id="{149F5FA5-EE9B-61F7-DE2F-77895CCAF5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13790" y="1248998"/>
              <a:ext cx="914400" cy="914400"/>
            </a:xfrm>
            <a:prstGeom prst="rect">
              <a:avLst/>
            </a:prstGeom>
          </p:spPr>
        </p:pic>
        <p:sp>
          <p:nvSpPr>
            <p:cNvPr id="265" name="TextBox 264">
              <a:extLst>
                <a:ext uri="{FF2B5EF4-FFF2-40B4-BE49-F238E27FC236}">
                  <a16:creationId xmlns:a16="http://schemas.microsoft.com/office/drawing/2014/main" id="{7436DF7F-E0C8-F868-EC02-BC04A1B39F3E}"/>
                </a:ext>
              </a:extLst>
            </p:cNvPr>
            <p:cNvSpPr txBox="1"/>
            <p:nvPr/>
          </p:nvSpPr>
          <p:spPr>
            <a:xfrm>
              <a:off x="10793822" y="2223567"/>
              <a:ext cx="497251" cy="369332"/>
            </a:xfrm>
            <a:prstGeom prst="rect">
              <a:avLst/>
            </a:prstGeom>
            <a:ln>
              <a:noFill/>
              <a:prstDash val="solid"/>
            </a:ln>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CI</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Users</a:t>
              </a:r>
            </a:p>
          </p:txBody>
        </p:sp>
      </p:grpSp>
      <p:cxnSp>
        <p:nvCxnSpPr>
          <p:cNvPr id="269" name="Straight Arrow Connector 12">
            <a:extLst>
              <a:ext uri="{FF2B5EF4-FFF2-40B4-BE49-F238E27FC236}">
                <a16:creationId xmlns:a16="http://schemas.microsoft.com/office/drawing/2014/main" id="{B3298445-F758-A0FC-5A15-7D25C3897004}"/>
              </a:ext>
            </a:extLst>
          </p:cNvPr>
          <p:cNvCxnSpPr>
            <a:cxnSpLocks/>
            <a:stCxn id="263" idx="1"/>
            <a:endCxn id="335" idx="3"/>
          </p:cNvCxnSpPr>
          <p:nvPr/>
        </p:nvCxnSpPr>
        <p:spPr>
          <a:xfrm flipH="1">
            <a:off x="9401059" y="1345999"/>
            <a:ext cx="1511977" cy="3889"/>
          </a:xfrm>
          <a:prstGeom prst="straightConnector1">
            <a:avLst/>
          </a:prstGeom>
          <a:ln w="25400">
            <a:solidFill>
              <a:schemeClr val="accent4">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57FD3E3-7A7E-A173-5325-8B0A73D55BC7}"/>
              </a:ext>
            </a:extLst>
          </p:cNvPr>
          <p:cNvGrpSpPr/>
          <p:nvPr/>
        </p:nvGrpSpPr>
        <p:grpSpPr>
          <a:xfrm>
            <a:off x="216696" y="806386"/>
            <a:ext cx="1271820" cy="1109768"/>
            <a:chOff x="938167" y="2582041"/>
            <a:chExt cx="1271820" cy="1109768"/>
          </a:xfrm>
        </p:grpSpPr>
        <p:sp>
          <p:nvSpPr>
            <p:cNvPr id="16" name="TextBox 15">
              <a:extLst>
                <a:ext uri="{FF2B5EF4-FFF2-40B4-BE49-F238E27FC236}">
                  <a16:creationId xmlns:a16="http://schemas.microsoft.com/office/drawing/2014/main" id="{BE21F989-1724-1529-906E-1CA3B3BD278B}"/>
                </a:ext>
              </a:extLst>
            </p:cNvPr>
            <p:cNvSpPr txBox="1"/>
            <p:nvPr/>
          </p:nvSpPr>
          <p:spPr>
            <a:xfrm>
              <a:off x="960783" y="3269260"/>
              <a:ext cx="1231076" cy="400110"/>
            </a:xfrm>
            <a:prstGeom prst="rect">
              <a:avLst/>
            </a:prstGeom>
          </p:spPr>
          <p:txBody>
            <a:bodyPr wrap="squar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Non-Snowflake Data</a:t>
              </a:r>
            </a:p>
          </p:txBody>
        </p:sp>
        <p:grpSp>
          <p:nvGrpSpPr>
            <p:cNvPr id="17" name="Group 16">
              <a:extLst>
                <a:ext uri="{FF2B5EF4-FFF2-40B4-BE49-F238E27FC236}">
                  <a16:creationId xmlns:a16="http://schemas.microsoft.com/office/drawing/2014/main" id="{10720A49-641F-B0AC-E335-2728E6DFEDD7}"/>
                </a:ext>
              </a:extLst>
            </p:cNvPr>
            <p:cNvGrpSpPr/>
            <p:nvPr/>
          </p:nvGrpSpPr>
          <p:grpSpPr>
            <a:xfrm>
              <a:off x="938167" y="2582041"/>
              <a:ext cx="1271820" cy="1109768"/>
              <a:chOff x="10340910" y="2885340"/>
              <a:chExt cx="1467432" cy="1162395"/>
            </a:xfrm>
          </p:grpSpPr>
          <p:sp>
            <p:nvSpPr>
              <p:cNvPr id="18" name="Rectangle: Rounded Corners 17">
                <a:extLst>
                  <a:ext uri="{FF2B5EF4-FFF2-40B4-BE49-F238E27FC236}">
                    <a16:creationId xmlns:a16="http://schemas.microsoft.com/office/drawing/2014/main" id="{71AC30CF-C975-13E5-C4BA-67BC7358E375}"/>
                  </a:ext>
                </a:extLst>
              </p:cNvPr>
              <p:cNvSpPr/>
              <p:nvPr/>
            </p:nvSpPr>
            <p:spPr>
              <a:xfrm>
                <a:off x="10340910" y="2885340"/>
                <a:ext cx="1467432" cy="11623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nvGrpSpPr>
              <p:cNvPr id="19" name="Group 18">
                <a:extLst>
                  <a:ext uri="{FF2B5EF4-FFF2-40B4-BE49-F238E27FC236}">
                    <a16:creationId xmlns:a16="http://schemas.microsoft.com/office/drawing/2014/main" id="{B0884E47-2F58-D39F-2391-4DFE25CBE5A2}"/>
                  </a:ext>
                </a:extLst>
              </p:cNvPr>
              <p:cNvGrpSpPr/>
              <p:nvPr/>
            </p:nvGrpSpPr>
            <p:grpSpPr>
              <a:xfrm>
                <a:off x="10546511" y="3139971"/>
                <a:ext cx="1089234" cy="406922"/>
                <a:chOff x="94228" y="4054669"/>
                <a:chExt cx="1327848" cy="496135"/>
              </a:xfrm>
            </p:grpSpPr>
            <p:grpSp>
              <p:nvGrpSpPr>
                <p:cNvPr id="20" name="Group 19">
                  <a:extLst>
                    <a:ext uri="{FF2B5EF4-FFF2-40B4-BE49-F238E27FC236}">
                      <a16:creationId xmlns:a16="http://schemas.microsoft.com/office/drawing/2014/main" id="{99ACFDF1-75AB-E312-2616-03F4AB08AC03}"/>
                    </a:ext>
                  </a:extLst>
                </p:cNvPr>
                <p:cNvGrpSpPr/>
                <p:nvPr/>
              </p:nvGrpSpPr>
              <p:grpSpPr>
                <a:xfrm>
                  <a:off x="94228" y="4054675"/>
                  <a:ext cx="565043" cy="490321"/>
                  <a:chOff x="582887" y="2608469"/>
                  <a:chExt cx="565043" cy="490321"/>
                </a:xfrm>
              </p:grpSpPr>
              <p:grpSp>
                <p:nvGrpSpPr>
                  <p:cNvPr id="71" name="Group 70">
                    <a:extLst>
                      <a:ext uri="{FF2B5EF4-FFF2-40B4-BE49-F238E27FC236}">
                        <a16:creationId xmlns:a16="http://schemas.microsoft.com/office/drawing/2014/main" id="{BA9AB2BE-7987-235C-5422-DE1FAB85457A}"/>
                      </a:ext>
                    </a:extLst>
                  </p:cNvPr>
                  <p:cNvGrpSpPr/>
                  <p:nvPr/>
                </p:nvGrpSpPr>
                <p:grpSpPr>
                  <a:xfrm>
                    <a:off x="582887" y="2608469"/>
                    <a:ext cx="565043" cy="490321"/>
                    <a:chOff x="-2759707" y="1099472"/>
                    <a:chExt cx="7926138" cy="6799719"/>
                  </a:xfrm>
                </p:grpSpPr>
                <p:sp>
                  <p:nvSpPr>
                    <p:cNvPr id="140" name="Rectangle 317">
                      <a:extLst>
                        <a:ext uri="{FF2B5EF4-FFF2-40B4-BE49-F238E27FC236}">
                          <a16:creationId xmlns:a16="http://schemas.microsoft.com/office/drawing/2014/main" id="{F00CC74C-7091-5E4C-8E8B-F0BFDAA3E5AE}"/>
                        </a:ext>
                      </a:extLst>
                    </p:cNvPr>
                    <p:cNvSpPr/>
                    <p:nvPr/>
                  </p:nvSpPr>
                  <p:spPr bwMode="auto">
                    <a:xfrm>
                      <a:off x="-1103536" y="6493184"/>
                      <a:ext cx="4613797" cy="1133081"/>
                    </a:xfrm>
                    <a:custGeom>
                      <a:avLst/>
                      <a:gdLst>
                        <a:gd name="connsiteX0" fmla="*/ 0 w 4983252"/>
                        <a:gd name="connsiteY0" fmla="*/ 0 h 1835045"/>
                        <a:gd name="connsiteX1" fmla="*/ 4983252 w 4983252"/>
                        <a:gd name="connsiteY1" fmla="*/ 0 h 1835045"/>
                        <a:gd name="connsiteX2" fmla="*/ 4983252 w 4983252"/>
                        <a:gd name="connsiteY2" fmla="*/ 1835045 h 1835045"/>
                        <a:gd name="connsiteX3" fmla="*/ 0 w 4983252"/>
                        <a:gd name="connsiteY3" fmla="*/ 1835045 h 1835045"/>
                        <a:gd name="connsiteX4" fmla="*/ 0 w 4983252"/>
                        <a:gd name="connsiteY4" fmla="*/ 0 h 1835045"/>
                        <a:gd name="connsiteX0" fmla="*/ 1339273 w 4983252"/>
                        <a:gd name="connsiteY0" fmla="*/ 36945 h 1835045"/>
                        <a:gd name="connsiteX1" fmla="*/ 4983252 w 4983252"/>
                        <a:gd name="connsiteY1" fmla="*/ 0 h 1835045"/>
                        <a:gd name="connsiteX2" fmla="*/ 4983252 w 4983252"/>
                        <a:gd name="connsiteY2" fmla="*/ 1835045 h 1835045"/>
                        <a:gd name="connsiteX3" fmla="*/ 0 w 4983252"/>
                        <a:gd name="connsiteY3" fmla="*/ 1835045 h 1835045"/>
                        <a:gd name="connsiteX4" fmla="*/ 1339273 w 4983252"/>
                        <a:gd name="connsiteY4" fmla="*/ 36945 h 1835045"/>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625600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625600 w 4983252"/>
                        <a:gd name="connsiteY4" fmla="*/ 0 h 1798100"/>
                        <a:gd name="connsiteX0" fmla="*/ 1625600 w 4983252"/>
                        <a:gd name="connsiteY0" fmla="*/ 0 h 1798100"/>
                        <a:gd name="connsiteX1" fmla="*/ 2997434 w 4983252"/>
                        <a:gd name="connsiteY1" fmla="*/ 1 h 1798100"/>
                        <a:gd name="connsiteX2" fmla="*/ 4983252 w 4983252"/>
                        <a:gd name="connsiteY2" fmla="*/ 1798100 h 1798100"/>
                        <a:gd name="connsiteX3" fmla="*/ 0 w 4983252"/>
                        <a:gd name="connsiteY3" fmla="*/ 1798100 h 1798100"/>
                        <a:gd name="connsiteX4" fmla="*/ 1625600 w 4983252"/>
                        <a:gd name="connsiteY4" fmla="*/ 0 h 1798100"/>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431636 w 4983252"/>
                        <a:gd name="connsiteY0" fmla="*/ 369454 h 1807335"/>
                        <a:gd name="connsiteX1" fmla="*/ 3209870 w 4983252"/>
                        <a:gd name="connsiteY1" fmla="*/ 0 h 1807335"/>
                        <a:gd name="connsiteX2" fmla="*/ 4983252 w 4983252"/>
                        <a:gd name="connsiteY2" fmla="*/ 1807335 h 1807335"/>
                        <a:gd name="connsiteX3" fmla="*/ 0 w 4983252"/>
                        <a:gd name="connsiteY3" fmla="*/ 1807335 h 1807335"/>
                        <a:gd name="connsiteX4" fmla="*/ 1431636 w 4983252"/>
                        <a:gd name="connsiteY4" fmla="*/ 369454 h 1807335"/>
                        <a:gd name="connsiteX0" fmla="*/ 1431636 w 4983252"/>
                        <a:gd name="connsiteY0" fmla="*/ 0 h 1437881"/>
                        <a:gd name="connsiteX1" fmla="*/ 3551615 w 4983252"/>
                        <a:gd name="connsiteY1" fmla="*/ 1 h 1437881"/>
                        <a:gd name="connsiteX2" fmla="*/ 4983252 w 4983252"/>
                        <a:gd name="connsiteY2" fmla="*/ 1437881 h 1437881"/>
                        <a:gd name="connsiteX3" fmla="*/ 0 w 4983252"/>
                        <a:gd name="connsiteY3" fmla="*/ 1437881 h 1437881"/>
                        <a:gd name="connsiteX4" fmla="*/ 1431636 w 4983252"/>
                        <a:gd name="connsiteY4" fmla="*/ 0 h 1437881"/>
                        <a:gd name="connsiteX0" fmla="*/ 1431636 w 4983252"/>
                        <a:gd name="connsiteY0" fmla="*/ 0 h 1437881"/>
                        <a:gd name="connsiteX1" fmla="*/ 3662452 w 4983252"/>
                        <a:gd name="connsiteY1" fmla="*/ 36947 h 1437881"/>
                        <a:gd name="connsiteX2" fmla="*/ 4983252 w 4983252"/>
                        <a:gd name="connsiteY2" fmla="*/ 1437881 h 1437881"/>
                        <a:gd name="connsiteX3" fmla="*/ 0 w 4983252"/>
                        <a:gd name="connsiteY3" fmla="*/ 1437881 h 1437881"/>
                        <a:gd name="connsiteX4" fmla="*/ 1431636 w 4983252"/>
                        <a:gd name="connsiteY4" fmla="*/ 0 h 1437881"/>
                        <a:gd name="connsiteX0" fmla="*/ 1219200 w 4770816"/>
                        <a:gd name="connsiteY0" fmla="*/ 0 h 1437881"/>
                        <a:gd name="connsiteX1" fmla="*/ 3450016 w 4770816"/>
                        <a:gd name="connsiteY1" fmla="*/ 36947 h 1437881"/>
                        <a:gd name="connsiteX2" fmla="*/ 4770816 w 4770816"/>
                        <a:gd name="connsiteY2" fmla="*/ 1437881 h 1437881"/>
                        <a:gd name="connsiteX3" fmla="*/ 0 w 4770816"/>
                        <a:gd name="connsiteY3" fmla="*/ 1133081 h 1437881"/>
                        <a:gd name="connsiteX4" fmla="*/ 1219200 w 4770816"/>
                        <a:gd name="connsiteY4" fmla="*/ 0 h 1437881"/>
                        <a:gd name="connsiteX0" fmla="*/ 1219200 w 4632270"/>
                        <a:gd name="connsiteY0" fmla="*/ 0 h 1133081"/>
                        <a:gd name="connsiteX1" fmla="*/ 3450016 w 4632270"/>
                        <a:gd name="connsiteY1" fmla="*/ 36947 h 1133081"/>
                        <a:gd name="connsiteX2" fmla="*/ 4632270 w 4632270"/>
                        <a:gd name="connsiteY2" fmla="*/ 1105372 h 1133081"/>
                        <a:gd name="connsiteX3" fmla="*/ 0 w 4632270"/>
                        <a:gd name="connsiteY3" fmla="*/ 1133081 h 1133081"/>
                        <a:gd name="connsiteX4" fmla="*/ 1219200 w 4632270"/>
                        <a:gd name="connsiteY4" fmla="*/ 0 h 1133081"/>
                        <a:gd name="connsiteX0" fmla="*/ 1219200 w 4623033"/>
                        <a:gd name="connsiteY0" fmla="*/ 0 h 1170027"/>
                        <a:gd name="connsiteX1" fmla="*/ 3450016 w 4623033"/>
                        <a:gd name="connsiteY1" fmla="*/ 36947 h 1170027"/>
                        <a:gd name="connsiteX2" fmla="*/ 4623033 w 4623033"/>
                        <a:gd name="connsiteY2" fmla="*/ 1170027 h 1170027"/>
                        <a:gd name="connsiteX3" fmla="*/ 0 w 4623033"/>
                        <a:gd name="connsiteY3" fmla="*/ 1133081 h 1170027"/>
                        <a:gd name="connsiteX4" fmla="*/ 1219200 w 4623033"/>
                        <a:gd name="connsiteY4" fmla="*/ 0 h 1170027"/>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50017 w 4613797"/>
                        <a:gd name="connsiteY1" fmla="*/ 55420 h 1188499"/>
                        <a:gd name="connsiteX2" fmla="*/ 4613797 w 4613797"/>
                        <a:gd name="connsiteY2" fmla="*/ 1170027 h 1188499"/>
                        <a:gd name="connsiteX3" fmla="*/ 0 w 4613797"/>
                        <a:gd name="connsiteY3" fmla="*/ 1188499 h 1188499"/>
                        <a:gd name="connsiteX4" fmla="*/ 1209964 w 4613797"/>
                        <a:gd name="connsiteY4" fmla="*/ 0 h 1188499"/>
                        <a:gd name="connsiteX0" fmla="*/ 1200728 w 4613797"/>
                        <a:gd name="connsiteY0" fmla="*/ 0 h 1133081"/>
                        <a:gd name="connsiteX1" fmla="*/ 3450017 w 4613797"/>
                        <a:gd name="connsiteY1" fmla="*/ 2 h 1133081"/>
                        <a:gd name="connsiteX2" fmla="*/ 4613797 w 4613797"/>
                        <a:gd name="connsiteY2" fmla="*/ 1114609 h 1133081"/>
                        <a:gd name="connsiteX3" fmla="*/ 0 w 4613797"/>
                        <a:gd name="connsiteY3" fmla="*/ 1133081 h 1133081"/>
                        <a:gd name="connsiteX4" fmla="*/ 1200728 w 4613797"/>
                        <a:gd name="connsiteY4" fmla="*/ 0 h 1133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3797" h="1133081">
                          <a:moveTo>
                            <a:pt x="1200728" y="0"/>
                          </a:moveTo>
                          <a:lnTo>
                            <a:pt x="3450017" y="2"/>
                          </a:lnTo>
                          <a:cubicBezTo>
                            <a:pt x="3268369" y="617841"/>
                            <a:pt x="2948172" y="1023243"/>
                            <a:pt x="4613797" y="1114609"/>
                          </a:cubicBezTo>
                          <a:lnTo>
                            <a:pt x="0" y="1133081"/>
                          </a:lnTo>
                          <a:cubicBezTo>
                            <a:pt x="1453187" y="1087896"/>
                            <a:pt x="1456267" y="654785"/>
                            <a:pt x="1200728" y="0"/>
                          </a:cubicBezTo>
                          <a:close/>
                        </a:path>
                      </a:pathLst>
                    </a:custGeom>
                    <a:solidFill>
                      <a:srgbClr val="7C7C7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7" name="Rounded Rectangle 439">
                      <a:extLst>
                        <a:ext uri="{FF2B5EF4-FFF2-40B4-BE49-F238E27FC236}">
                          <a16:creationId xmlns:a16="http://schemas.microsoft.com/office/drawing/2014/main" id="{071003E7-0F64-7C0D-C827-54AADE40CD74}"/>
                        </a:ext>
                      </a:extLst>
                    </p:cNvPr>
                    <p:cNvSpPr/>
                    <p:nvPr/>
                  </p:nvSpPr>
                  <p:spPr bwMode="auto">
                    <a:xfrm>
                      <a:off x="-2759707" y="1099472"/>
                      <a:ext cx="7926138" cy="5508726"/>
                    </a:xfrm>
                    <a:prstGeom prst="roundRect">
                      <a:avLst>
                        <a:gd name="adj" fmla="val 8482"/>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8" name="Rectangle 147">
                      <a:extLst>
                        <a:ext uri="{FF2B5EF4-FFF2-40B4-BE49-F238E27FC236}">
                          <a16:creationId xmlns:a16="http://schemas.microsoft.com/office/drawing/2014/main" id="{B8CCEEC1-EBD1-AC58-0CB0-142343B76207}"/>
                        </a:ext>
                      </a:extLst>
                    </p:cNvPr>
                    <p:cNvSpPr/>
                    <p:nvPr/>
                  </p:nvSpPr>
                  <p:spPr bwMode="auto">
                    <a:xfrm>
                      <a:off x="-2133716" y="1626275"/>
                      <a:ext cx="6674136" cy="4361524"/>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9" name="Rectangle 148">
                      <a:extLst>
                        <a:ext uri="{FF2B5EF4-FFF2-40B4-BE49-F238E27FC236}">
                          <a16:creationId xmlns:a16="http://schemas.microsoft.com/office/drawing/2014/main" id="{F2F1B056-A8D8-9025-85BE-344431B8830C}"/>
                        </a:ext>
                      </a:extLst>
                    </p:cNvPr>
                    <p:cNvSpPr/>
                    <p:nvPr/>
                  </p:nvSpPr>
                  <p:spPr bwMode="auto">
                    <a:xfrm>
                      <a:off x="-1332157" y="7460659"/>
                      <a:ext cx="5071038" cy="438532"/>
                    </a:xfrm>
                    <a:prstGeom prst="rect">
                      <a:avLst/>
                    </a:prstGeom>
                    <a:solidFill>
                      <a:srgbClr val="A3A4A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136" name="Freeform 5">
                    <a:extLst>
                      <a:ext uri="{FF2B5EF4-FFF2-40B4-BE49-F238E27FC236}">
                        <a16:creationId xmlns:a16="http://schemas.microsoft.com/office/drawing/2014/main" id="{6E7151F3-394D-0FA8-48DE-DC73D96A8D02}"/>
                      </a:ext>
                    </a:extLst>
                  </p:cNvPr>
                  <p:cNvSpPr>
                    <a:spLocks/>
                  </p:cNvSpPr>
                  <p:nvPr/>
                </p:nvSpPr>
                <p:spPr bwMode="auto">
                  <a:xfrm>
                    <a:off x="721671" y="2654378"/>
                    <a:ext cx="287501" cy="280651"/>
                  </a:xfrm>
                  <a:custGeom>
                    <a:avLst/>
                    <a:gdLst>
                      <a:gd name="T0" fmla="*/ 0 w 252"/>
                      <a:gd name="T1" fmla="*/ 0 h 246"/>
                      <a:gd name="T2" fmla="*/ 0 w 252"/>
                      <a:gd name="T3" fmla="*/ 246 h 246"/>
                      <a:gd name="T4" fmla="*/ 252 w 252"/>
                      <a:gd name="T5" fmla="*/ 246 h 246"/>
                    </a:gdLst>
                    <a:ahLst/>
                    <a:cxnLst>
                      <a:cxn ang="0">
                        <a:pos x="T0" y="T1"/>
                      </a:cxn>
                      <a:cxn ang="0">
                        <a:pos x="T2" y="T3"/>
                      </a:cxn>
                      <a:cxn ang="0">
                        <a:pos x="T4" y="T5"/>
                      </a:cxn>
                    </a:cxnLst>
                    <a:rect l="0" t="0" r="r" b="b"/>
                    <a:pathLst>
                      <a:path w="252" h="246">
                        <a:moveTo>
                          <a:pt x="0" y="0"/>
                        </a:moveTo>
                        <a:lnTo>
                          <a:pt x="0" y="246"/>
                        </a:lnTo>
                        <a:lnTo>
                          <a:pt x="252" y="246"/>
                        </a:lnTo>
                      </a:path>
                    </a:pathLst>
                  </a:cu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7" name="Rectangle 6">
                    <a:extLst>
                      <a:ext uri="{FF2B5EF4-FFF2-40B4-BE49-F238E27FC236}">
                        <a16:creationId xmlns:a16="http://schemas.microsoft.com/office/drawing/2014/main" id="{898D0804-E298-CB1B-089E-D5F41C725617}"/>
                      </a:ext>
                    </a:extLst>
                  </p:cNvPr>
                  <p:cNvSpPr>
                    <a:spLocks noChangeArrowheads="1"/>
                  </p:cNvSpPr>
                  <p:nvPr/>
                </p:nvSpPr>
                <p:spPr bwMode="auto">
                  <a:xfrm>
                    <a:off x="767306" y="2814098"/>
                    <a:ext cx="36508" cy="120931"/>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8" name="Rectangle 7">
                    <a:extLst>
                      <a:ext uri="{FF2B5EF4-FFF2-40B4-BE49-F238E27FC236}">
                        <a16:creationId xmlns:a16="http://schemas.microsoft.com/office/drawing/2014/main" id="{D9514E3F-5051-99BF-B17F-8508CFBA3563}"/>
                      </a:ext>
                    </a:extLst>
                  </p:cNvPr>
                  <p:cNvSpPr>
                    <a:spLocks noChangeArrowheads="1"/>
                  </p:cNvSpPr>
                  <p:nvPr/>
                </p:nvSpPr>
                <p:spPr bwMode="auto">
                  <a:xfrm>
                    <a:off x="839181" y="2707998"/>
                    <a:ext cx="37649" cy="227031"/>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9" name="Rectangle 8">
                    <a:extLst>
                      <a:ext uri="{FF2B5EF4-FFF2-40B4-BE49-F238E27FC236}">
                        <a16:creationId xmlns:a16="http://schemas.microsoft.com/office/drawing/2014/main" id="{1A099090-8E2B-AF6A-A6E2-AC8AF83F3CE9}"/>
                      </a:ext>
                    </a:extLst>
                  </p:cNvPr>
                  <p:cNvSpPr>
                    <a:spLocks noChangeArrowheads="1"/>
                  </p:cNvSpPr>
                  <p:nvPr/>
                </p:nvSpPr>
                <p:spPr bwMode="auto">
                  <a:xfrm>
                    <a:off x="912197" y="2754773"/>
                    <a:ext cx="37649" cy="180256"/>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grpSp>
            <p:grpSp>
              <p:nvGrpSpPr>
                <p:cNvPr id="21" name="Group 20">
                  <a:extLst>
                    <a:ext uri="{FF2B5EF4-FFF2-40B4-BE49-F238E27FC236}">
                      <a16:creationId xmlns:a16="http://schemas.microsoft.com/office/drawing/2014/main" id="{15584D54-6AC0-FED5-D6D3-49BE92DECD52}"/>
                    </a:ext>
                  </a:extLst>
                </p:cNvPr>
                <p:cNvGrpSpPr/>
                <p:nvPr/>
              </p:nvGrpSpPr>
              <p:grpSpPr>
                <a:xfrm>
                  <a:off x="833546" y="4054669"/>
                  <a:ext cx="588530" cy="496135"/>
                  <a:chOff x="493618" y="3055539"/>
                  <a:chExt cx="716256" cy="603807"/>
                </a:xfrm>
              </p:grpSpPr>
              <p:grpSp>
                <p:nvGrpSpPr>
                  <p:cNvPr id="22" name="Group 21">
                    <a:extLst>
                      <a:ext uri="{FF2B5EF4-FFF2-40B4-BE49-F238E27FC236}">
                        <a16:creationId xmlns:a16="http://schemas.microsoft.com/office/drawing/2014/main" id="{6B3CA578-3229-8812-CA32-404DE98D1F72}"/>
                      </a:ext>
                    </a:extLst>
                  </p:cNvPr>
                  <p:cNvGrpSpPr/>
                  <p:nvPr/>
                </p:nvGrpSpPr>
                <p:grpSpPr>
                  <a:xfrm>
                    <a:off x="796699" y="3403695"/>
                    <a:ext cx="413175" cy="253655"/>
                    <a:chOff x="-655566" y="3895060"/>
                    <a:chExt cx="761727" cy="430956"/>
                  </a:xfrm>
                </p:grpSpPr>
                <p:grpSp>
                  <p:nvGrpSpPr>
                    <p:cNvPr id="55" name="Group 54">
                      <a:extLst>
                        <a:ext uri="{FF2B5EF4-FFF2-40B4-BE49-F238E27FC236}">
                          <a16:creationId xmlns:a16="http://schemas.microsoft.com/office/drawing/2014/main" id="{048FBC08-57F6-2E4A-D174-EA3EB33F76CB}"/>
                        </a:ext>
                      </a:extLst>
                    </p:cNvPr>
                    <p:cNvGrpSpPr/>
                    <p:nvPr/>
                  </p:nvGrpSpPr>
                  <p:grpSpPr>
                    <a:xfrm>
                      <a:off x="-655566" y="3895060"/>
                      <a:ext cx="761727" cy="430956"/>
                      <a:chOff x="10867216" y="6204939"/>
                      <a:chExt cx="791499" cy="447800"/>
                    </a:xfrm>
                  </p:grpSpPr>
                  <p:sp>
                    <p:nvSpPr>
                      <p:cNvPr id="64" name="Round Same Side Corner Rectangle 206">
                        <a:extLst>
                          <a:ext uri="{FF2B5EF4-FFF2-40B4-BE49-F238E27FC236}">
                            <a16:creationId xmlns:a16="http://schemas.microsoft.com/office/drawing/2014/main" id="{840F8DEF-7D26-451F-4A31-316B8584A88C}"/>
                          </a:ext>
                        </a:extLst>
                      </p:cNvPr>
                      <p:cNvSpPr/>
                      <p:nvPr/>
                    </p:nvSpPr>
                    <p:spPr bwMode="auto">
                      <a:xfrm>
                        <a:off x="10867216" y="6613795"/>
                        <a:ext cx="791499" cy="19313"/>
                      </a:xfrm>
                      <a:prstGeom prst="round2SameRect">
                        <a:avLst>
                          <a:gd name="adj1" fmla="val 16667"/>
                          <a:gd name="adj2" fmla="val 50000"/>
                        </a:avLst>
                      </a:prstGeom>
                      <a:solidFill>
                        <a:srgbClr val="CBCBC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nvGrpSpPr>
                      <p:cNvPr id="65" name="Group 64">
                        <a:extLst>
                          <a:ext uri="{FF2B5EF4-FFF2-40B4-BE49-F238E27FC236}">
                            <a16:creationId xmlns:a16="http://schemas.microsoft.com/office/drawing/2014/main" id="{5A51627A-7FF7-3583-4FFD-E920E6487E90}"/>
                          </a:ext>
                        </a:extLst>
                      </p:cNvPr>
                      <p:cNvGrpSpPr/>
                      <p:nvPr/>
                    </p:nvGrpSpPr>
                    <p:grpSpPr>
                      <a:xfrm>
                        <a:off x="10924674" y="6204939"/>
                        <a:ext cx="676584" cy="420187"/>
                        <a:chOff x="10924674" y="6204939"/>
                        <a:chExt cx="676584" cy="420187"/>
                      </a:xfrm>
                    </p:grpSpPr>
                    <p:grpSp>
                      <p:nvGrpSpPr>
                        <p:cNvPr id="67" name="Group 66">
                          <a:extLst>
                            <a:ext uri="{FF2B5EF4-FFF2-40B4-BE49-F238E27FC236}">
                              <a16:creationId xmlns:a16="http://schemas.microsoft.com/office/drawing/2014/main" id="{EBB2377A-7871-DE2E-C4B9-6D3430991D28}"/>
                            </a:ext>
                          </a:extLst>
                        </p:cNvPr>
                        <p:cNvGrpSpPr/>
                        <p:nvPr/>
                      </p:nvGrpSpPr>
                      <p:grpSpPr>
                        <a:xfrm>
                          <a:off x="10924674" y="6204939"/>
                          <a:ext cx="676584" cy="406447"/>
                          <a:chOff x="15402433" y="3770727"/>
                          <a:chExt cx="3379343" cy="2030084"/>
                        </a:xfrm>
                      </p:grpSpPr>
                      <p:sp>
                        <p:nvSpPr>
                          <p:cNvPr id="69" name="Round Same Side Corner Rectangle 211">
                            <a:extLst>
                              <a:ext uri="{FF2B5EF4-FFF2-40B4-BE49-F238E27FC236}">
                                <a16:creationId xmlns:a16="http://schemas.microsoft.com/office/drawing/2014/main" id="{860C2BF1-B097-5FA1-9EB4-48300D4E4ECC}"/>
                              </a:ext>
                            </a:extLst>
                          </p:cNvPr>
                          <p:cNvSpPr/>
                          <p:nvPr/>
                        </p:nvSpPr>
                        <p:spPr bwMode="auto">
                          <a:xfrm>
                            <a:off x="15402433" y="3770727"/>
                            <a:ext cx="3379343" cy="2030084"/>
                          </a:xfrm>
                          <a:prstGeom prst="round2SameRect">
                            <a:avLst>
                              <a:gd name="adj1" fmla="val 6117"/>
                              <a:gd name="adj2" fmla="val 0"/>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70" name="Rectangle 69">
                            <a:extLst>
                              <a:ext uri="{FF2B5EF4-FFF2-40B4-BE49-F238E27FC236}">
                                <a16:creationId xmlns:a16="http://schemas.microsoft.com/office/drawing/2014/main" id="{A85779A7-8D97-01B9-13B3-76A6328A7BB9}"/>
                              </a:ext>
                            </a:extLst>
                          </p:cNvPr>
                          <p:cNvSpPr/>
                          <p:nvPr/>
                        </p:nvSpPr>
                        <p:spPr bwMode="auto">
                          <a:xfrm>
                            <a:off x="15577629" y="3912794"/>
                            <a:ext cx="3028950" cy="17577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68" name="Round Same Side Corner Rectangle 210">
                          <a:extLst>
                            <a:ext uri="{FF2B5EF4-FFF2-40B4-BE49-F238E27FC236}">
                              <a16:creationId xmlns:a16="http://schemas.microsoft.com/office/drawing/2014/main" id="{289FE38A-8A1B-A36A-5215-2B7372AFE9FC}"/>
                            </a:ext>
                          </a:extLst>
                        </p:cNvPr>
                        <p:cNvSpPr/>
                        <p:nvPr/>
                      </p:nvSpPr>
                      <p:spPr bwMode="auto">
                        <a:xfrm>
                          <a:off x="11200006" y="6613796"/>
                          <a:ext cx="125920" cy="11330"/>
                        </a:xfrm>
                        <a:prstGeom prst="round2SameRect">
                          <a:avLst>
                            <a:gd name="adj1" fmla="val 0"/>
                            <a:gd name="adj2" fmla="val 500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66" name="Round Same Side Corner Rectangle 139">
                        <a:extLst>
                          <a:ext uri="{FF2B5EF4-FFF2-40B4-BE49-F238E27FC236}">
                            <a16:creationId xmlns:a16="http://schemas.microsoft.com/office/drawing/2014/main" id="{A52981E3-FDD9-7D9E-768D-BD72AD118025}"/>
                          </a:ext>
                        </a:extLst>
                      </p:cNvPr>
                      <p:cNvSpPr/>
                      <p:nvPr/>
                    </p:nvSpPr>
                    <p:spPr bwMode="auto">
                      <a:xfrm>
                        <a:off x="10871098" y="6632155"/>
                        <a:ext cx="784941" cy="20584"/>
                      </a:xfrm>
                      <a:custGeom>
                        <a:avLst/>
                        <a:gdLst>
                          <a:gd name="connsiteX0" fmla="*/ 16077 w 3953311"/>
                          <a:gd name="connsiteY0" fmla="*/ 0 h 96463"/>
                          <a:gd name="connsiteX1" fmla="*/ 3937234 w 3953311"/>
                          <a:gd name="connsiteY1" fmla="*/ 0 h 96463"/>
                          <a:gd name="connsiteX2" fmla="*/ 3953311 w 3953311"/>
                          <a:gd name="connsiteY2" fmla="*/ 16077 h 96463"/>
                          <a:gd name="connsiteX3" fmla="*/ 3953311 w 3953311"/>
                          <a:gd name="connsiteY3" fmla="*/ 48232 h 96463"/>
                          <a:gd name="connsiteX4" fmla="*/ 3905079 w 3953311"/>
                          <a:gd name="connsiteY4" fmla="*/ 96464 h 96463"/>
                          <a:gd name="connsiteX5" fmla="*/ 48232 w 3953311"/>
                          <a:gd name="connsiteY5" fmla="*/ 96463 h 96463"/>
                          <a:gd name="connsiteX6" fmla="*/ 0 w 3953311"/>
                          <a:gd name="connsiteY6" fmla="*/ 48231 h 96463"/>
                          <a:gd name="connsiteX7" fmla="*/ 0 w 3953311"/>
                          <a:gd name="connsiteY7" fmla="*/ 16077 h 96463"/>
                          <a:gd name="connsiteX8" fmla="*/ 16077 w 3953311"/>
                          <a:gd name="connsiteY8" fmla="*/ 0 h 96463"/>
                          <a:gd name="connsiteX0" fmla="*/ 16077 w 3953311"/>
                          <a:gd name="connsiteY0" fmla="*/ 0 h 96464"/>
                          <a:gd name="connsiteX1" fmla="*/ 3937234 w 3953311"/>
                          <a:gd name="connsiteY1" fmla="*/ 0 h 96464"/>
                          <a:gd name="connsiteX2" fmla="*/ 3953311 w 3953311"/>
                          <a:gd name="connsiteY2" fmla="*/ 16077 h 96464"/>
                          <a:gd name="connsiteX3" fmla="*/ 3953311 w 3953311"/>
                          <a:gd name="connsiteY3" fmla="*/ 48232 h 96464"/>
                          <a:gd name="connsiteX4" fmla="*/ 3905079 w 3953311"/>
                          <a:gd name="connsiteY4" fmla="*/ 96464 h 96464"/>
                          <a:gd name="connsiteX5" fmla="*/ 145069 w 3953311"/>
                          <a:gd name="connsiteY5" fmla="*/ 91701 h 96464"/>
                          <a:gd name="connsiteX6" fmla="*/ 0 w 3953311"/>
                          <a:gd name="connsiteY6" fmla="*/ 48231 h 96464"/>
                          <a:gd name="connsiteX7" fmla="*/ 0 w 3953311"/>
                          <a:gd name="connsiteY7" fmla="*/ 16077 h 96464"/>
                          <a:gd name="connsiteX8" fmla="*/ 16077 w 3953311"/>
                          <a:gd name="connsiteY8" fmla="*/ 0 h 96464"/>
                          <a:gd name="connsiteX0" fmla="*/ 197402 w 4134636"/>
                          <a:gd name="connsiteY0" fmla="*/ 0 h 96464"/>
                          <a:gd name="connsiteX1" fmla="*/ 4118559 w 4134636"/>
                          <a:gd name="connsiteY1" fmla="*/ 0 h 96464"/>
                          <a:gd name="connsiteX2" fmla="*/ 4134636 w 4134636"/>
                          <a:gd name="connsiteY2" fmla="*/ 16077 h 96464"/>
                          <a:gd name="connsiteX3" fmla="*/ 4134636 w 4134636"/>
                          <a:gd name="connsiteY3" fmla="*/ 48232 h 96464"/>
                          <a:gd name="connsiteX4" fmla="*/ 4086404 w 4134636"/>
                          <a:gd name="connsiteY4" fmla="*/ 96464 h 96464"/>
                          <a:gd name="connsiteX5" fmla="*/ 326394 w 4134636"/>
                          <a:gd name="connsiteY5" fmla="*/ 91701 h 96464"/>
                          <a:gd name="connsiteX6" fmla="*/ 181325 w 4134636"/>
                          <a:gd name="connsiteY6" fmla="*/ 16077 h 96464"/>
                          <a:gd name="connsiteX7" fmla="*/ 197402 w 4134636"/>
                          <a:gd name="connsiteY7" fmla="*/ 0 h 96464"/>
                          <a:gd name="connsiteX0" fmla="*/ 419838 w 4357072"/>
                          <a:gd name="connsiteY0" fmla="*/ 0 h 96464"/>
                          <a:gd name="connsiteX1" fmla="*/ 4340995 w 4357072"/>
                          <a:gd name="connsiteY1" fmla="*/ 0 h 96464"/>
                          <a:gd name="connsiteX2" fmla="*/ 4357072 w 4357072"/>
                          <a:gd name="connsiteY2" fmla="*/ 16077 h 96464"/>
                          <a:gd name="connsiteX3" fmla="*/ 4357072 w 4357072"/>
                          <a:gd name="connsiteY3" fmla="*/ 48232 h 96464"/>
                          <a:gd name="connsiteX4" fmla="*/ 4308840 w 4357072"/>
                          <a:gd name="connsiteY4" fmla="*/ 96464 h 96464"/>
                          <a:gd name="connsiteX5" fmla="*/ 548830 w 4357072"/>
                          <a:gd name="connsiteY5" fmla="*/ 91701 h 96464"/>
                          <a:gd name="connsiteX6" fmla="*/ 419838 w 4357072"/>
                          <a:gd name="connsiteY6" fmla="*/ 0 h 96464"/>
                          <a:gd name="connsiteX0" fmla="*/ 268467 w 4205701"/>
                          <a:gd name="connsiteY0" fmla="*/ 0 h 96464"/>
                          <a:gd name="connsiteX1" fmla="*/ 4189624 w 4205701"/>
                          <a:gd name="connsiteY1" fmla="*/ 0 h 96464"/>
                          <a:gd name="connsiteX2" fmla="*/ 4205701 w 4205701"/>
                          <a:gd name="connsiteY2" fmla="*/ 16077 h 96464"/>
                          <a:gd name="connsiteX3" fmla="*/ 4205701 w 4205701"/>
                          <a:gd name="connsiteY3" fmla="*/ 48232 h 96464"/>
                          <a:gd name="connsiteX4" fmla="*/ 4157469 w 4205701"/>
                          <a:gd name="connsiteY4" fmla="*/ 96464 h 96464"/>
                          <a:gd name="connsiteX5" fmla="*/ 397459 w 4205701"/>
                          <a:gd name="connsiteY5" fmla="*/ 91701 h 96464"/>
                          <a:gd name="connsiteX6" fmla="*/ 268467 w 4205701"/>
                          <a:gd name="connsiteY6" fmla="*/ 0 h 96464"/>
                          <a:gd name="connsiteX0" fmla="*/ 21813 w 3959047"/>
                          <a:gd name="connsiteY0" fmla="*/ 0 h 96464"/>
                          <a:gd name="connsiteX1" fmla="*/ 3942970 w 3959047"/>
                          <a:gd name="connsiteY1" fmla="*/ 0 h 96464"/>
                          <a:gd name="connsiteX2" fmla="*/ 3959047 w 3959047"/>
                          <a:gd name="connsiteY2" fmla="*/ 16077 h 96464"/>
                          <a:gd name="connsiteX3" fmla="*/ 3959047 w 3959047"/>
                          <a:gd name="connsiteY3" fmla="*/ 48232 h 96464"/>
                          <a:gd name="connsiteX4" fmla="*/ 3910815 w 3959047"/>
                          <a:gd name="connsiteY4" fmla="*/ 96464 h 96464"/>
                          <a:gd name="connsiteX5" fmla="*/ 150805 w 3959047"/>
                          <a:gd name="connsiteY5" fmla="*/ 91701 h 96464"/>
                          <a:gd name="connsiteX6" fmla="*/ 21813 w 3959047"/>
                          <a:gd name="connsiteY6" fmla="*/ 0 h 96464"/>
                          <a:gd name="connsiteX0" fmla="*/ 0 w 3937234"/>
                          <a:gd name="connsiteY0" fmla="*/ 0 h 96464"/>
                          <a:gd name="connsiteX1" fmla="*/ 3921157 w 3937234"/>
                          <a:gd name="connsiteY1" fmla="*/ 0 h 96464"/>
                          <a:gd name="connsiteX2" fmla="*/ 3937234 w 3937234"/>
                          <a:gd name="connsiteY2" fmla="*/ 16077 h 96464"/>
                          <a:gd name="connsiteX3" fmla="*/ 3937234 w 3937234"/>
                          <a:gd name="connsiteY3" fmla="*/ 48232 h 96464"/>
                          <a:gd name="connsiteX4" fmla="*/ 3889002 w 3937234"/>
                          <a:gd name="connsiteY4" fmla="*/ 96464 h 96464"/>
                          <a:gd name="connsiteX5" fmla="*/ 128992 w 3937234"/>
                          <a:gd name="connsiteY5" fmla="*/ 91701 h 96464"/>
                          <a:gd name="connsiteX6" fmla="*/ 0 w 3937234"/>
                          <a:gd name="connsiteY6" fmla="*/ 0 h 96464"/>
                          <a:gd name="connsiteX0" fmla="*/ 159187 w 4124996"/>
                          <a:gd name="connsiteY0" fmla="*/ 0 h 96464"/>
                          <a:gd name="connsiteX1" fmla="*/ 4108919 w 4124996"/>
                          <a:gd name="connsiteY1" fmla="*/ 0 h 96464"/>
                          <a:gd name="connsiteX2" fmla="*/ 4124996 w 4124996"/>
                          <a:gd name="connsiteY2" fmla="*/ 16077 h 96464"/>
                          <a:gd name="connsiteX3" fmla="*/ 4124996 w 4124996"/>
                          <a:gd name="connsiteY3" fmla="*/ 48232 h 96464"/>
                          <a:gd name="connsiteX4" fmla="*/ 4076764 w 4124996"/>
                          <a:gd name="connsiteY4" fmla="*/ 96464 h 96464"/>
                          <a:gd name="connsiteX5" fmla="*/ 316754 w 4124996"/>
                          <a:gd name="connsiteY5" fmla="*/ 91701 h 96464"/>
                          <a:gd name="connsiteX6" fmla="*/ 159187 w 4124996"/>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17577 w 3965809"/>
                          <a:gd name="connsiteY3" fmla="*/ 96464 h 96464"/>
                          <a:gd name="connsiteX4" fmla="*/ 157567 w 3965809"/>
                          <a:gd name="connsiteY4" fmla="*/ 91701 h 96464"/>
                          <a:gd name="connsiteX5" fmla="*/ 0 w 3965809"/>
                          <a:gd name="connsiteY5" fmla="*/ 0 h 96464"/>
                          <a:gd name="connsiteX0" fmla="*/ 0 w 4416042"/>
                          <a:gd name="connsiteY0" fmla="*/ 0 h 96464"/>
                          <a:gd name="connsiteX1" fmla="*/ 3949732 w 4416042"/>
                          <a:gd name="connsiteY1" fmla="*/ 0 h 96464"/>
                          <a:gd name="connsiteX2" fmla="*/ 3917577 w 4416042"/>
                          <a:gd name="connsiteY2" fmla="*/ 96464 h 96464"/>
                          <a:gd name="connsiteX3" fmla="*/ 157567 w 4416042"/>
                          <a:gd name="connsiteY3" fmla="*/ 91701 h 96464"/>
                          <a:gd name="connsiteX4" fmla="*/ 0 w 4416042"/>
                          <a:gd name="connsiteY4" fmla="*/ 0 h 96464"/>
                          <a:gd name="connsiteX0" fmla="*/ 0 w 4235248"/>
                          <a:gd name="connsiteY0" fmla="*/ 0 h 96464"/>
                          <a:gd name="connsiteX1" fmla="*/ 3949732 w 4235248"/>
                          <a:gd name="connsiteY1" fmla="*/ 0 h 96464"/>
                          <a:gd name="connsiteX2" fmla="*/ 3917577 w 4235248"/>
                          <a:gd name="connsiteY2" fmla="*/ 96464 h 96464"/>
                          <a:gd name="connsiteX3" fmla="*/ 157567 w 4235248"/>
                          <a:gd name="connsiteY3" fmla="*/ 91701 h 96464"/>
                          <a:gd name="connsiteX4" fmla="*/ 0 w 4235248"/>
                          <a:gd name="connsiteY4" fmla="*/ 0 h 96464"/>
                          <a:gd name="connsiteX0" fmla="*/ 0 w 4211511"/>
                          <a:gd name="connsiteY0" fmla="*/ 0 h 96464"/>
                          <a:gd name="connsiteX1" fmla="*/ 3949732 w 4211511"/>
                          <a:gd name="connsiteY1" fmla="*/ 0 h 96464"/>
                          <a:gd name="connsiteX2" fmla="*/ 3814389 w 4211511"/>
                          <a:gd name="connsiteY2" fmla="*/ 96464 h 96464"/>
                          <a:gd name="connsiteX3" fmla="*/ 157567 w 4211511"/>
                          <a:gd name="connsiteY3" fmla="*/ 91701 h 96464"/>
                          <a:gd name="connsiteX4" fmla="*/ 0 w 4211511"/>
                          <a:gd name="connsiteY4" fmla="*/ 0 h 96464"/>
                          <a:gd name="connsiteX0" fmla="*/ 0 w 3949892"/>
                          <a:gd name="connsiteY0" fmla="*/ 0 h 96464"/>
                          <a:gd name="connsiteX1" fmla="*/ 3949732 w 3949892"/>
                          <a:gd name="connsiteY1" fmla="*/ 0 h 96464"/>
                          <a:gd name="connsiteX2" fmla="*/ 3814389 w 3949892"/>
                          <a:gd name="connsiteY2" fmla="*/ 96464 h 96464"/>
                          <a:gd name="connsiteX3" fmla="*/ 157567 w 3949892"/>
                          <a:gd name="connsiteY3" fmla="*/ 91701 h 96464"/>
                          <a:gd name="connsiteX4" fmla="*/ 0 w 3949892"/>
                          <a:gd name="connsiteY4" fmla="*/ 0 h 96464"/>
                          <a:gd name="connsiteX0" fmla="*/ 0 w 3950482"/>
                          <a:gd name="connsiteY0" fmla="*/ 0 h 98214"/>
                          <a:gd name="connsiteX1" fmla="*/ 3949732 w 3950482"/>
                          <a:gd name="connsiteY1" fmla="*/ 0 h 98214"/>
                          <a:gd name="connsiteX2" fmla="*/ 3814389 w 3950482"/>
                          <a:gd name="connsiteY2" fmla="*/ 96464 h 98214"/>
                          <a:gd name="connsiteX3" fmla="*/ 157567 w 3950482"/>
                          <a:gd name="connsiteY3" fmla="*/ 91701 h 98214"/>
                          <a:gd name="connsiteX4" fmla="*/ 0 w 3950482"/>
                          <a:gd name="connsiteY4" fmla="*/ 0 h 98214"/>
                          <a:gd name="connsiteX0" fmla="*/ 0 w 3954882"/>
                          <a:gd name="connsiteY0" fmla="*/ 0 h 98214"/>
                          <a:gd name="connsiteX1" fmla="*/ 3949732 w 3954882"/>
                          <a:gd name="connsiteY1" fmla="*/ 0 h 98214"/>
                          <a:gd name="connsiteX2" fmla="*/ 3814389 w 3954882"/>
                          <a:gd name="connsiteY2" fmla="*/ 96464 h 98214"/>
                          <a:gd name="connsiteX3" fmla="*/ 157567 w 3954882"/>
                          <a:gd name="connsiteY3" fmla="*/ 91701 h 98214"/>
                          <a:gd name="connsiteX4" fmla="*/ 0 w 3954882"/>
                          <a:gd name="connsiteY4" fmla="*/ 0 h 98214"/>
                          <a:gd name="connsiteX0" fmla="*/ 0 w 4140719"/>
                          <a:gd name="connsiteY0" fmla="*/ 4763 h 107592"/>
                          <a:gd name="connsiteX1" fmla="*/ 3949732 w 4140719"/>
                          <a:gd name="connsiteY1" fmla="*/ 0 h 107592"/>
                          <a:gd name="connsiteX2" fmla="*/ 3814389 w 4140719"/>
                          <a:gd name="connsiteY2" fmla="*/ 101227 h 107592"/>
                          <a:gd name="connsiteX3" fmla="*/ 157567 w 4140719"/>
                          <a:gd name="connsiteY3" fmla="*/ 96464 h 107592"/>
                          <a:gd name="connsiteX4" fmla="*/ 0 w 4140719"/>
                          <a:gd name="connsiteY4" fmla="*/ 4763 h 107592"/>
                          <a:gd name="connsiteX0" fmla="*/ 0 w 4140719"/>
                          <a:gd name="connsiteY0" fmla="*/ 4763 h 101342"/>
                          <a:gd name="connsiteX1" fmla="*/ 3949732 w 4140719"/>
                          <a:gd name="connsiteY1" fmla="*/ 0 h 101342"/>
                          <a:gd name="connsiteX2" fmla="*/ 3814389 w 4140719"/>
                          <a:gd name="connsiteY2" fmla="*/ 101227 h 101342"/>
                          <a:gd name="connsiteX3" fmla="*/ 157567 w 4140719"/>
                          <a:gd name="connsiteY3" fmla="*/ 96464 h 101342"/>
                          <a:gd name="connsiteX4" fmla="*/ 0 w 4140719"/>
                          <a:gd name="connsiteY4" fmla="*/ 4763 h 101342"/>
                          <a:gd name="connsiteX0" fmla="*/ 0 w 3967861"/>
                          <a:gd name="connsiteY0" fmla="*/ 4763 h 102812"/>
                          <a:gd name="connsiteX1" fmla="*/ 3949732 w 3967861"/>
                          <a:gd name="connsiteY1" fmla="*/ 0 h 102812"/>
                          <a:gd name="connsiteX2" fmla="*/ 3814389 w 3967861"/>
                          <a:gd name="connsiteY2" fmla="*/ 101227 h 102812"/>
                          <a:gd name="connsiteX3" fmla="*/ 157567 w 3967861"/>
                          <a:gd name="connsiteY3" fmla="*/ 96464 h 102812"/>
                          <a:gd name="connsiteX4" fmla="*/ 0 w 3967861"/>
                          <a:gd name="connsiteY4" fmla="*/ 4763 h 102812"/>
                          <a:gd name="connsiteX0" fmla="*/ 0 w 3952514"/>
                          <a:gd name="connsiteY0" fmla="*/ 4763 h 102812"/>
                          <a:gd name="connsiteX1" fmla="*/ 3949732 w 3952514"/>
                          <a:gd name="connsiteY1" fmla="*/ 0 h 102812"/>
                          <a:gd name="connsiteX2" fmla="*/ 3814389 w 3952514"/>
                          <a:gd name="connsiteY2" fmla="*/ 101227 h 102812"/>
                          <a:gd name="connsiteX3" fmla="*/ 157567 w 3952514"/>
                          <a:gd name="connsiteY3" fmla="*/ 96464 h 102812"/>
                          <a:gd name="connsiteX4" fmla="*/ 0 w 3952514"/>
                          <a:gd name="connsiteY4" fmla="*/ 4763 h 102812"/>
                          <a:gd name="connsiteX0" fmla="*/ 0 w 3953541"/>
                          <a:gd name="connsiteY0" fmla="*/ 4763 h 102812"/>
                          <a:gd name="connsiteX1" fmla="*/ 3949732 w 3953541"/>
                          <a:gd name="connsiteY1" fmla="*/ 0 h 102812"/>
                          <a:gd name="connsiteX2" fmla="*/ 3814389 w 3953541"/>
                          <a:gd name="connsiteY2" fmla="*/ 101227 h 102812"/>
                          <a:gd name="connsiteX3" fmla="*/ 157567 w 3953541"/>
                          <a:gd name="connsiteY3" fmla="*/ 96464 h 102812"/>
                          <a:gd name="connsiteX4" fmla="*/ 0 w 3953541"/>
                          <a:gd name="connsiteY4" fmla="*/ 4763 h 102812"/>
                          <a:gd name="connsiteX0" fmla="*/ 0 w 3953541"/>
                          <a:gd name="connsiteY0" fmla="*/ 4763 h 102812"/>
                          <a:gd name="connsiteX1" fmla="*/ 3949732 w 3953541"/>
                          <a:gd name="connsiteY1" fmla="*/ 0 h 102812"/>
                          <a:gd name="connsiteX2" fmla="*/ 3814389 w 3953541"/>
                          <a:gd name="connsiteY2" fmla="*/ 101227 h 102812"/>
                          <a:gd name="connsiteX3" fmla="*/ 157567 w 3953541"/>
                          <a:gd name="connsiteY3" fmla="*/ 96464 h 102812"/>
                          <a:gd name="connsiteX4" fmla="*/ 0 w 3953541"/>
                          <a:gd name="connsiteY4" fmla="*/ 4763 h 102812"/>
                          <a:gd name="connsiteX0" fmla="*/ 0 w 3949732"/>
                          <a:gd name="connsiteY0" fmla="*/ 4763 h 102812"/>
                          <a:gd name="connsiteX1" fmla="*/ 3949732 w 3949732"/>
                          <a:gd name="connsiteY1" fmla="*/ 0 h 102812"/>
                          <a:gd name="connsiteX2" fmla="*/ 3814389 w 3949732"/>
                          <a:gd name="connsiteY2" fmla="*/ 101227 h 102812"/>
                          <a:gd name="connsiteX3" fmla="*/ 157567 w 3949732"/>
                          <a:gd name="connsiteY3" fmla="*/ 96464 h 102812"/>
                          <a:gd name="connsiteX4" fmla="*/ 0 w 3949732"/>
                          <a:gd name="connsiteY4" fmla="*/ 4763 h 102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732" h="102812">
                            <a:moveTo>
                              <a:pt x="0" y="4763"/>
                            </a:moveTo>
                            <a:lnTo>
                              <a:pt x="3949732" y="0"/>
                            </a:lnTo>
                            <a:cubicBezTo>
                              <a:pt x="3921269" y="49415"/>
                              <a:pt x="3912223" y="77600"/>
                              <a:pt x="3814389" y="101227"/>
                            </a:cubicBezTo>
                            <a:cubicBezTo>
                              <a:pt x="3615749" y="106192"/>
                              <a:pt x="1376508" y="98052"/>
                              <a:pt x="157567" y="96464"/>
                            </a:cubicBezTo>
                            <a:cubicBezTo>
                              <a:pt x="43858" y="72838"/>
                              <a:pt x="2971" y="13695"/>
                              <a:pt x="0" y="4763"/>
                            </a:cubicBezTo>
                            <a:close/>
                          </a:path>
                        </a:pathLst>
                      </a:cu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nvGrpSpPr>
                    <p:cNvPr id="56" name="Group 55">
                      <a:extLst>
                        <a:ext uri="{FF2B5EF4-FFF2-40B4-BE49-F238E27FC236}">
                          <a16:creationId xmlns:a16="http://schemas.microsoft.com/office/drawing/2014/main" id="{7C3BDA98-B609-75DD-F4A0-20260FD245A0}"/>
                        </a:ext>
                      </a:extLst>
                    </p:cNvPr>
                    <p:cNvGrpSpPr/>
                    <p:nvPr/>
                  </p:nvGrpSpPr>
                  <p:grpSpPr>
                    <a:xfrm>
                      <a:off x="-571796" y="3917872"/>
                      <a:ext cx="588901" cy="343249"/>
                      <a:chOff x="11780774" y="6292409"/>
                      <a:chExt cx="518383" cy="373899"/>
                    </a:xfrm>
                  </p:grpSpPr>
                  <p:sp>
                    <p:nvSpPr>
                      <p:cNvPr id="57" name="Rectangle 56">
                        <a:extLst>
                          <a:ext uri="{FF2B5EF4-FFF2-40B4-BE49-F238E27FC236}">
                            <a16:creationId xmlns:a16="http://schemas.microsoft.com/office/drawing/2014/main" id="{DD00F71A-E4E1-D6B3-A3BD-B9BB34E54F24}"/>
                          </a:ext>
                        </a:extLst>
                      </p:cNvPr>
                      <p:cNvSpPr/>
                      <p:nvPr/>
                    </p:nvSpPr>
                    <p:spPr bwMode="auto">
                      <a:xfrm>
                        <a:off x="11780775" y="6292409"/>
                        <a:ext cx="518382" cy="373899"/>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E9DFBA67-CDFD-D668-063D-4D2D725435C6}"/>
                          </a:ext>
                        </a:extLst>
                      </p:cNvPr>
                      <p:cNvSpPr/>
                      <p:nvPr/>
                    </p:nvSpPr>
                    <p:spPr bwMode="auto">
                      <a:xfrm>
                        <a:off x="12007522" y="6336305"/>
                        <a:ext cx="291635" cy="317699"/>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9" name="Rectangle 58">
                        <a:extLst>
                          <a:ext uri="{FF2B5EF4-FFF2-40B4-BE49-F238E27FC236}">
                            <a16:creationId xmlns:a16="http://schemas.microsoft.com/office/drawing/2014/main" id="{43A56B9F-70B9-950D-3E6F-1F411585EE83}"/>
                          </a:ext>
                        </a:extLst>
                      </p:cNvPr>
                      <p:cNvSpPr/>
                      <p:nvPr/>
                    </p:nvSpPr>
                    <p:spPr bwMode="auto">
                      <a:xfrm>
                        <a:off x="11780775" y="6292410"/>
                        <a:ext cx="518382" cy="84822"/>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0" name="Rectangle 59">
                        <a:extLst>
                          <a:ext uri="{FF2B5EF4-FFF2-40B4-BE49-F238E27FC236}">
                            <a16:creationId xmlns:a16="http://schemas.microsoft.com/office/drawing/2014/main" id="{3FED15CC-4F65-1E75-8395-AFAB9ACDC80E}"/>
                          </a:ext>
                        </a:extLst>
                      </p:cNvPr>
                      <p:cNvSpPr/>
                      <p:nvPr/>
                    </p:nvSpPr>
                    <p:spPr bwMode="auto">
                      <a:xfrm>
                        <a:off x="11780774" y="6427712"/>
                        <a:ext cx="231247" cy="49801"/>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1" name="Rounded Rectangle 203">
                        <a:extLst>
                          <a:ext uri="{FF2B5EF4-FFF2-40B4-BE49-F238E27FC236}">
                            <a16:creationId xmlns:a16="http://schemas.microsoft.com/office/drawing/2014/main" id="{521B63C9-AB93-3A02-1035-E69A73E93D40}"/>
                          </a:ext>
                        </a:extLst>
                      </p:cNvPr>
                      <p:cNvSpPr/>
                      <p:nvPr/>
                    </p:nvSpPr>
                    <p:spPr bwMode="auto">
                      <a:xfrm>
                        <a:off x="12023779" y="6427712"/>
                        <a:ext cx="210879"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2" name="Rounded Rectangle 204">
                        <a:extLst>
                          <a:ext uri="{FF2B5EF4-FFF2-40B4-BE49-F238E27FC236}">
                            <a16:creationId xmlns:a16="http://schemas.microsoft.com/office/drawing/2014/main" id="{67737B24-E2B7-3128-BCEC-3D8D220A20C5}"/>
                          </a:ext>
                        </a:extLst>
                      </p:cNvPr>
                      <p:cNvSpPr/>
                      <p:nvPr/>
                    </p:nvSpPr>
                    <p:spPr bwMode="auto">
                      <a:xfrm>
                        <a:off x="12023779" y="6482254"/>
                        <a:ext cx="210879"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3" name="Rounded Rectangle 205">
                        <a:extLst>
                          <a:ext uri="{FF2B5EF4-FFF2-40B4-BE49-F238E27FC236}">
                            <a16:creationId xmlns:a16="http://schemas.microsoft.com/office/drawing/2014/main" id="{0F0FF45F-792A-5BDF-C6C7-46AC95EBB078}"/>
                          </a:ext>
                        </a:extLst>
                      </p:cNvPr>
                      <p:cNvSpPr/>
                      <p:nvPr/>
                    </p:nvSpPr>
                    <p:spPr bwMode="auto">
                      <a:xfrm>
                        <a:off x="12013407" y="6541679"/>
                        <a:ext cx="148745"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nvGrpSpPr>
                  <p:cNvPr id="23" name="Group 22">
                    <a:extLst>
                      <a:ext uri="{FF2B5EF4-FFF2-40B4-BE49-F238E27FC236}">
                        <a16:creationId xmlns:a16="http://schemas.microsoft.com/office/drawing/2014/main" id="{68906297-3733-90BC-FEC0-C4E0CBC53807}"/>
                      </a:ext>
                    </a:extLst>
                  </p:cNvPr>
                  <p:cNvGrpSpPr/>
                  <p:nvPr/>
                </p:nvGrpSpPr>
                <p:grpSpPr>
                  <a:xfrm>
                    <a:off x="959876" y="3055539"/>
                    <a:ext cx="217476" cy="328227"/>
                    <a:chOff x="-296232" y="3492539"/>
                    <a:chExt cx="211588" cy="319339"/>
                  </a:xfrm>
                </p:grpSpPr>
                <p:sp>
                  <p:nvSpPr>
                    <p:cNvPr id="45" name="Rounded Rectangle 182">
                      <a:extLst>
                        <a:ext uri="{FF2B5EF4-FFF2-40B4-BE49-F238E27FC236}">
                          <a16:creationId xmlns:a16="http://schemas.microsoft.com/office/drawing/2014/main" id="{477C9F27-FC77-1519-007F-A467E9FE536F}"/>
                        </a:ext>
                      </a:extLst>
                    </p:cNvPr>
                    <p:cNvSpPr/>
                    <p:nvPr/>
                  </p:nvSpPr>
                  <p:spPr>
                    <a:xfrm>
                      <a:off x="-296232" y="3492539"/>
                      <a:ext cx="211588" cy="319339"/>
                    </a:xfrm>
                    <a:prstGeom prst="roundRect">
                      <a:avLst>
                        <a:gd name="adj" fmla="val 6467"/>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6" tIns="46618" rIns="46618" bIns="93236" numCol="1" spcCol="0" rtlCol="0" fromWordArt="0" anchor="b" anchorCtr="0" forceAA="0" compatLnSpc="1">
                      <a:prstTxWarp prst="textNoShape">
                        <a:avLst/>
                      </a:prstTxWarp>
                      <a:noAutofit/>
                    </a:bodyPr>
                    <a:lstStyle/>
                    <a:p>
                      <a:pPr marL="0" marR="0" lvl="0" indent="0" algn="ctr" defTabSz="950557" rtl="0" eaLnBrk="1" fontAlgn="base" latinLnBrk="0" hangingPunct="1">
                        <a:lnSpc>
                          <a:spcPct val="100000"/>
                        </a:lnSpc>
                        <a:spcBef>
                          <a:spcPct val="0"/>
                        </a:spcBef>
                        <a:spcAft>
                          <a:spcPct val="0"/>
                        </a:spcAft>
                        <a:buClrTx/>
                        <a:buSzTx/>
                        <a:buFontTx/>
                        <a:buNone/>
                        <a:tabLst/>
                        <a:defRPr/>
                      </a:pPr>
                      <a:endParaRPr kumimoji="0" lang="en-US" sz="1872" b="0" i="0" u="none" strike="noStrike" kern="0" cap="none" spc="-52"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46" name="Oval 45">
                      <a:extLst>
                        <a:ext uri="{FF2B5EF4-FFF2-40B4-BE49-F238E27FC236}">
                          <a16:creationId xmlns:a16="http://schemas.microsoft.com/office/drawing/2014/main" id="{72F96B20-FE78-D416-2B5B-7C99118B80F0}"/>
                        </a:ext>
                      </a:extLst>
                    </p:cNvPr>
                    <p:cNvSpPr/>
                    <p:nvPr/>
                  </p:nvSpPr>
                  <p:spPr>
                    <a:xfrm>
                      <a:off x="-204881" y="3775409"/>
                      <a:ext cx="28885" cy="28113"/>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47" name="Rounded Rectangle 184">
                      <a:extLst>
                        <a:ext uri="{FF2B5EF4-FFF2-40B4-BE49-F238E27FC236}">
                          <a16:creationId xmlns:a16="http://schemas.microsoft.com/office/drawing/2014/main" id="{7D8A26EF-DB1C-B0B4-D06E-56DCE5EFAD6A}"/>
                        </a:ext>
                      </a:extLst>
                    </p:cNvPr>
                    <p:cNvSpPr/>
                    <p:nvPr/>
                  </p:nvSpPr>
                  <p:spPr>
                    <a:xfrm>
                      <a:off x="-228162" y="3504194"/>
                      <a:ext cx="75447" cy="9371"/>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grpSp>
                  <p:nvGrpSpPr>
                    <p:cNvPr id="48" name="Group 47">
                      <a:extLst>
                        <a:ext uri="{FF2B5EF4-FFF2-40B4-BE49-F238E27FC236}">
                          <a16:creationId xmlns:a16="http://schemas.microsoft.com/office/drawing/2014/main" id="{4655E830-BE82-D18F-5C51-0607A7CA6A09}"/>
                        </a:ext>
                      </a:extLst>
                    </p:cNvPr>
                    <p:cNvGrpSpPr/>
                    <p:nvPr/>
                  </p:nvGrpSpPr>
                  <p:grpSpPr>
                    <a:xfrm>
                      <a:off x="-267082" y="3531358"/>
                      <a:ext cx="152122" cy="225695"/>
                      <a:chOff x="11279466" y="5630123"/>
                      <a:chExt cx="137117" cy="225695"/>
                    </a:xfrm>
                  </p:grpSpPr>
                  <p:sp>
                    <p:nvSpPr>
                      <p:cNvPr id="49" name="Rectangle 48">
                        <a:extLst>
                          <a:ext uri="{FF2B5EF4-FFF2-40B4-BE49-F238E27FC236}">
                            <a16:creationId xmlns:a16="http://schemas.microsoft.com/office/drawing/2014/main" id="{384344D5-F01B-AD46-15D1-3B4164F408B2}"/>
                          </a:ext>
                        </a:extLst>
                      </p:cNvPr>
                      <p:cNvSpPr/>
                      <p:nvPr/>
                    </p:nvSpPr>
                    <p:spPr bwMode="auto">
                      <a:xfrm>
                        <a:off x="11279466" y="5630123"/>
                        <a:ext cx="137117" cy="225695"/>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0" name="Rectangle 49">
                        <a:extLst>
                          <a:ext uri="{FF2B5EF4-FFF2-40B4-BE49-F238E27FC236}">
                            <a16:creationId xmlns:a16="http://schemas.microsoft.com/office/drawing/2014/main" id="{615F2923-5F2D-C752-E95B-ED256D4DBFDB}"/>
                          </a:ext>
                        </a:extLst>
                      </p:cNvPr>
                      <p:cNvSpPr/>
                      <p:nvPr/>
                    </p:nvSpPr>
                    <p:spPr bwMode="auto">
                      <a:xfrm>
                        <a:off x="11279466" y="5630123"/>
                        <a:ext cx="137117" cy="45719"/>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1" name="Rounded Rectangle 195">
                        <a:extLst>
                          <a:ext uri="{FF2B5EF4-FFF2-40B4-BE49-F238E27FC236}">
                            <a16:creationId xmlns:a16="http://schemas.microsoft.com/office/drawing/2014/main" id="{EA0E20D3-207A-670A-993C-F93AF373D9AA}"/>
                          </a:ext>
                        </a:extLst>
                      </p:cNvPr>
                      <p:cNvSpPr/>
                      <p:nvPr/>
                    </p:nvSpPr>
                    <p:spPr bwMode="auto">
                      <a:xfrm>
                        <a:off x="11281571" y="5786471"/>
                        <a:ext cx="135012"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2" name="Rounded Rectangle 196">
                        <a:extLst>
                          <a:ext uri="{FF2B5EF4-FFF2-40B4-BE49-F238E27FC236}">
                            <a16:creationId xmlns:a16="http://schemas.microsoft.com/office/drawing/2014/main" id="{FDEF633F-DBBD-FA2C-CDC9-2AB48F7A1A0A}"/>
                          </a:ext>
                        </a:extLst>
                      </p:cNvPr>
                      <p:cNvSpPr/>
                      <p:nvPr/>
                    </p:nvSpPr>
                    <p:spPr bwMode="auto">
                      <a:xfrm>
                        <a:off x="11281572" y="5817696"/>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3" name="Rounded Rectangle 197">
                        <a:extLst>
                          <a:ext uri="{FF2B5EF4-FFF2-40B4-BE49-F238E27FC236}">
                            <a16:creationId xmlns:a16="http://schemas.microsoft.com/office/drawing/2014/main" id="{FA7413EB-76EB-3DEA-45EA-938226303612}"/>
                          </a:ext>
                        </a:extLst>
                      </p:cNvPr>
                      <p:cNvSpPr/>
                      <p:nvPr/>
                    </p:nvSpPr>
                    <p:spPr bwMode="auto">
                      <a:xfrm>
                        <a:off x="11281572" y="5745403"/>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4" name="Rounded Rectangle 198">
                        <a:extLst>
                          <a:ext uri="{FF2B5EF4-FFF2-40B4-BE49-F238E27FC236}">
                            <a16:creationId xmlns:a16="http://schemas.microsoft.com/office/drawing/2014/main" id="{436648C5-4E2D-9490-6EB9-C57547A70CB4}"/>
                          </a:ext>
                        </a:extLst>
                      </p:cNvPr>
                      <p:cNvSpPr/>
                      <p:nvPr/>
                    </p:nvSpPr>
                    <p:spPr bwMode="auto">
                      <a:xfrm>
                        <a:off x="11281572" y="5711088"/>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nvGrpSpPr>
                  <p:cNvPr id="24" name="Group 23">
                    <a:extLst>
                      <a:ext uri="{FF2B5EF4-FFF2-40B4-BE49-F238E27FC236}">
                        <a16:creationId xmlns:a16="http://schemas.microsoft.com/office/drawing/2014/main" id="{B0B9516F-CCFD-363B-E2F0-0E6A9B086A72}"/>
                      </a:ext>
                    </a:extLst>
                  </p:cNvPr>
                  <p:cNvGrpSpPr/>
                  <p:nvPr/>
                </p:nvGrpSpPr>
                <p:grpSpPr>
                  <a:xfrm>
                    <a:off x="505834" y="3069727"/>
                    <a:ext cx="408640" cy="294744"/>
                    <a:chOff x="505834" y="3069727"/>
                    <a:chExt cx="408640" cy="294744"/>
                  </a:xfrm>
                </p:grpSpPr>
                <p:sp>
                  <p:nvSpPr>
                    <p:cNvPr id="38" name="Rectangle 37">
                      <a:extLst>
                        <a:ext uri="{FF2B5EF4-FFF2-40B4-BE49-F238E27FC236}">
                          <a16:creationId xmlns:a16="http://schemas.microsoft.com/office/drawing/2014/main" id="{D8869582-C735-67FA-4A21-714ECDFF9A9D}"/>
                        </a:ext>
                      </a:extLst>
                    </p:cNvPr>
                    <p:cNvSpPr/>
                    <p:nvPr/>
                  </p:nvSpPr>
                  <p:spPr bwMode="auto">
                    <a:xfrm>
                      <a:off x="505834" y="3069727"/>
                      <a:ext cx="408640" cy="29474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9" name="Rectangle 38">
                      <a:extLst>
                        <a:ext uri="{FF2B5EF4-FFF2-40B4-BE49-F238E27FC236}">
                          <a16:creationId xmlns:a16="http://schemas.microsoft.com/office/drawing/2014/main" id="{1C0DFD59-F0E2-CE0B-C54C-2E6963A71386}"/>
                        </a:ext>
                      </a:extLst>
                    </p:cNvPr>
                    <p:cNvSpPr/>
                    <p:nvPr/>
                  </p:nvSpPr>
                  <p:spPr bwMode="auto">
                    <a:xfrm>
                      <a:off x="646207" y="3104329"/>
                      <a:ext cx="268267" cy="250441"/>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0" name="Rectangle 39">
                      <a:extLst>
                        <a:ext uri="{FF2B5EF4-FFF2-40B4-BE49-F238E27FC236}">
                          <a16:creationId xmlns:a16="http://schemas.microsoft.com/office/drawing/2014/main" id="{0CB5C855-D269-1060-460A-165CF7537A9A}"/>
                        </a:ext>
                      </a:extLst>
                    </p:cNvPr>
                    <p:cNvSpPr/>
                    <p:nvPr/>
                  </p:nvSpPr>
                  <p:spPr bwMode="auto">
                    <a:xfrm>
                      <a:off x="505834" y="3069728"/>
                      <a:ext cx="408640" cy="66865"/>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1" name="Rectangle 40">
                      <a:extLst>
                        <a:ext uri="{FF2B5EF4-FFF2-40B4-BE49-F238E27FC236}">
                          <a16:creationId xmlns:a16="http://schemas.microsoft.com/office/drawing/2014/main" id="{78671B2F-6A47-40D8-BC64-85058209FD2D}"/>
                        </a:ext>
                      </a:extLst>
                    </p:cNvPr>
                    <p:cNvSpPr/>
                    <p:nvPr/>
                  </p:nvSpPr>
                  <p:spPr bwMode="auto">
                    <a:xfrm>
                      <a:off x="505834" y="3176386"/>
                      <a:ext cx="140372" cy="35978"/>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2" name="Rounded Rectangle 176">
                      <a:extLst>
                        <a:ext uri="{FF2B5EF4-FFF2-40B4-BE49-F238E27FC236}">
                          <a16:creationId xmlns:a16="http://schemas.microsoft.com/office/drawing/2014/main" id="{8533C44E-9E5A-1B41-5064-252FEFE4106B}"/>
                        </a:ext>
                      </a:extLst>
                    </p:cNvPr>
                    <p:cNvSpPr/>
                    <p:nvPr/>
                  </p:nvSpPr>
                  <p:spPr bwMode="auto">
                    <a:xfrm>
                      <a:off x="669648" y="3176386"/>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3" name="Rounded Rectangle 177">
                      <a:extLst>
                        <a:ext uri="{FF2B5EF4-FFF2-40B4-BE49-F238E27FC236}">
                          <a16:creationId xmlns:a16="http://schemas.microsoft.com/office/drawing/2014/main" id="{DA3787B4-B625-D79E-96A4-25A733EE2026}"/>
                        </a:ext>
                      </a:extLst>
                    </p:cNvPr>
                    <p:cNvSpPr/>
                    <p:nvPr/>
                  </p:nvSpPr>
                  <p:spPr bwMode="auto">
                    <a:xfrm>
                      <a:off x="669647" y="3219381"/>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4" name="Rounded Rectangle 178">
                      <a:extLst>
                        <a:ext uri="{FF2B5EF4-FFF2-40B4-BE49-F238E27FC236}">
                          <a16:creationId xmlns:a16="http://schemas.microsoft.com/office/drawing/2014/main" id="{BBA41DBC-1448-F54B-9600-662346F42852}"/>
                        </a:ext>
                      </a:extLst>
                    </p:cNvPr>
                    <p:cNvSpPr/>
                    <p:nvPr/>
                  </p:nvSpPr>
                  <p:spPr bwMode="auto">
                    <a:xfrm>
                      <a:off x="669648" y="3266226"/>
                      <a:ext cx="136825"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25" name="Freeform 179">
                    <a:extLst>
                      <a:ext uri="{FF2B5EF4-FFF2-40B4-BE49-F238E27FC236}">
                        <a16:creationId xmlns:a16="http://schemas.microsoft.com/office/drawing/2014/main" id="{2EF401F6-C38C-5E93-7F10-AB3B4B8D72F4}"/>
                      </a:ext>
                    </a:extLst>
                  </p:cNvPr>
                  <p:cNvSpPr/>
                  <p:nvPr/>
                </p:nvSpPr>
                <p:spPr bwMode="auto">
                  <a:xfrm>
                    <a:off x="493618" y="3063740"/>
                    <a:ext cx="437426" cy="318180"/>
                  </a:xfrm>
                  <a:custGeom>
                    <a:avLst/>
                    <a:gdLst>
                      <a:gd name="connsiteX0" fmla="*/ 113996 w 1443376"/>
                      <a:gd name="connsiteY0" fmla="*/ 100428 h 1049902"/>
                      <a:gd name="connsiteX1" fmla="*/ 113996 w 1443376"/>
                      <a:gd name="connsiteY1" fmla="*/ 931686 h 1049902"/>
                      <a:gd name="connsiteX2" fmla="*/ 1329379 w 1443376"/>
                      <a:gd name="connsiteY2" fmla="*/ 931686 h 1049902"/>
                      <a:gd name="connsiteX3" fmla="*/ 1329379 w 1443376"/>
                      <a:gd name="connsiteY3" fmla="*/ 100428 h 1049902"/>
                      <a:gd name="connsiteX4" fmla="*/ 89053 w 1443376"/>
                      <a:gd name="connsiteY4" fmla="*/ 0 h 1049902"/>
                      <a:gd name="connsiteX5" fmla="*/ 1354323 w 1443376"/>
                      <a:gd name="connsiteY5" fmla="*/ 0 h 1049902"/>
                      <a:gd name="connsiteX6" fmla="*/ 1443376 w 1443376"/>
                      <a:gd name="connsiteY6" fmla="*/ 89053 h 1049902"/>
                      <a:gd name="connsiteX7" fmla="*/ 1443376 w 1443376"/>
                      <a:gd name="connsiteY7" fmla="*/ 960849 h 1049902"/>
                      <a:gd name="connsiteX8" fmla="*/ 1354323 w 1443376"/>
                      <a:gd name="connsiteY8" fmla="*/ 1049902 h 1049902"/>
                      <a:gd name="connsiteX9" fmla="*/ 89053 w 1443376"/>
                      <a:gd name="connsiteY9" fmla="*/ 1049902 h 1049902"/>
                      <a:gd name="connsiteX10" fmla="*/ 0 w 1443376"/>
                      <a:gd name="connsiteY10" fmla="*/ 960849 h 1049902"/>
                      <a:gd name="connsiteX11" fmla="*/ 0 w 1443376"/>
                      <a:gd name="connsiteY11" fmla="*/ 89053 h 1049902"/>
                      <a:gd name="connsiteX12" fmla="*/ 89053 w 1443376"/>
                      <a:gd name="connsiteY12" fmla="*/ 0 h 104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3376" h="1049902">
                        <a:moveTo>
                          <a:pt x="113996" y="100428"/>
                        </a:moveTo>
                        <a:lnTo>
                          <a:pt x="113996" y="931686"/>
                        </a:lnTo>
                        <a:lnTo>
                          <a:pt x="1329379" y="931686"/>
                        </a:lnTo>
                        <a:lnTo>
                          <a:pt x="1329379" y="100428"/>
                        </a:lnTo>
                        <a:close/>
                        <a:moveTo>
                          <a:pt x="89053" y="0"/>
                        </a:moveTo>
                        <a:lnTo>
                          <a:pt x="1354323" y="0"/>
                        </a:lnTo>
                        <a:cubicBezTo>
                          <a:pt x="1403506" y="0"/>
                          <a:pt x="1443376" y="39870"/>
                          <a:pt x="1443376" y="89053"/>
                        </a:cubicBezTo>
                        <a:lnTo>
                          <a:pt x="1443376" y="960849"/>
                        </a:lnTo>
                        <a:cubicBezTo>
                          <a:pt x="1443376" y="1010032"/>
                          <a:pt x="1403506" y="1049902"/>
                          <a:pt x="1354323" y="1049902"/>
                        </a:cubicBezTo>
                        <a:lnTo>
                          <a:pt x="89053" y="1049902"/>
                        </a:lnTo>
                        <a:cubicBezTo>
                          <a:pt x="39870" y="1049902"/>
                          <a:pt x="0" y="1010032"/>
                          <a:pt x="0" y="960849"/>
                        </a:cubicBezTo>
                        <a:lnTo>
                          <a:pt x="0" y="89053"/>
                        </a:lnTo>
                        <a:cubicBezTo>
                          <a:pt x="0" y="39870"/>
                          <a:pt x="39870" y="0"/>
                          <a:pt x="89053" y="0"/>
                        </a:cubicBezTo>
                        <a:close/>
                      </a:path>
                    </a:pathLst>
                  </a:cu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nvGrpSpPr>
                  <p:cNvPr id="26" name="Group 25">
                    <a:extLst>
                      <a:ext uri="{FF2B5EF4-FFF2-40B4-BE49-F238E27FC236}">
                        <a16:creationId xmlns:a16="http://schemas.microsoft.com/office/drawing/2014/main" id="{DFEC24D8-9492-8DBB-D9E2-ED2CE9873DF3}"/>
                      </a:ext>
                    </a:extLst>
                  </p:cNvPr>
                  <p:cNvGrpSpPr/>
                  <p:nvPr/>
                </p:nvGrpSpPr>
                <p:grpSpPr>
                  <a:xfrm>
                    <a:off x="501923" y="3414781"/>
                    <a:ext cx="268776" cy="244565"/>
                    <a:chOff x="501923" y="3414781"/>
                    <a:chExt cx="268776" cy="244565"/>
                  </a:xfrm>
                </p:grpSpPr>
                <p:sp>
                  <p:nvSpPr>
                    <p:cNvPr id="27" name="Rounded Rectangle 182">
                      <a:extLst>
                        <a:ext uri="{FF2B5EF4-FFF2-40B4-BE49-F238E27FC236}">
                          <a16:creationId xmlns:a16="http://schemas.microsoft.com/office/drawing/2014/main" id="{4419282E-C108-671D-0B46-B10F00A0FA4D}"/>
                        </a:ext>
                      </a:extLst>
                    </p:cNvPr>
                    <p:cNvSpPr/>
                    <p:nvPr/>
                  </p:nvSpPr>
                  <p:spPr>
                    <a:xfrm rot="16200000">
                      <a:off x="514028" y="3402676"/>
                      <a:ext cx="244565" cy="268776"/>
                    </a:xfrm>
                    <a:prstGeom prst="roundRect">
                      <a:avLst>
                        <a:gd name="adj" fmla="val 6467"/>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6" tIns="46618" rIns="46618" bIns="93236" numCol="1" spcCol="0" rtlCol="0" fromWordArt="0" anchor="b" anchorCtr="0" forceAA="0" compatLnSpc="1">
                      <a:prstTxWarp prst="textNoShape">
                        <a:avLst/>
                      </a:prstTxWarp>
                      <a:noAutofit/>
                    </a:bodyPr>
                    <a:lstStyle/>
                    <a:p>
                      <a:pPr marL="0" marR="0" lvl="0" indent="0" algn="ctr" defTabSz="950557" rtl="0" eaLnBrk="1" fontAlgn="base" latinLnBrk="0" hangingPunct="1">
                        <a:lnSpc>
                          <a:spcPct val="100000"/>
                        </a:lnSpc>
                        <a:spcBef>
                          <a:spcPct val="0"/>
                        </a:spcBef>
                        <a:spcAft>
                          <a:spcPct val="0"/>
                        </a:spcAft>
                        <a:buClrTx/>
                        <a:buSzTx/>
                        <a:buFontTx/>
                        <a:buNone/>
                        <a:tabLst/>
                        <a:defRPr/>
                      </a:pPr>
                      <a:endParaRPr kumimoji="0" lang="en-US" sz="1872" b="0" i="0" u="none" strike="noStrike" kern="0" cap="none" spc="-52"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28" name="Oval 27">
                      <a:extLst>
                        <a:ext uri="{FF2B5EF4-FFF2-40B4-BE49-F238E27FC236}">
                          <a16:creationId xmlns:a16="http://schemas.microsoft.com/office/drawing/2014/main" id="{80CCAEB5-FEA7-6063-E7E2-9383AB5CB762}"/>
                        </a:ext>
                      </a:extLst>
                    </p:cNvPr>
                    <p:cNvSpPr/>
                    <p:nvPr/>
                  </p:nvSpPr>
                  <p:spPr>
                    <a:xfrm>
                      <a:off x="625239" y="3634136"/>
                      <a:ext cx="22143" cy="2155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29" name="Rounded Rectangle 184">
                      <a:extLst>
                        <a:ext uri="{FF2B5EF4-FFF2-40B4-BE49-F238E27FC236}">
                          <a16:creationId xmlns:a16="http://schemas.microsoft.com/office/drawing/2014/main" id="{88FB84A8-00B1-9FF8-E348-35BED3D59E63}"/>
                        </a:ext>
                      </a:extLst>
                    </p:cNvPr>
                    <p:cNvSpPr/>
                    <p:nvPr/>
                  </p:nvSpPr>
                  <p:spPr>
                    <a:xfrm>
                      <a:off x="607392" y="3426226"/>
                      <a:ext cx="57836" cy="7184"/>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grpSp>
                  <p:nvGrpSpPr>
                    <p:cNvPr id="30" name="Group 29">
                      <a:extLst>
                        <a:ext uri="{FF2B5EF4-FFF2-40B4-BE49-F238E27FC236}">
                          <a16:creationId xmlns:a16="http://schemas.microsoft.com/office/drawing/2014/main" id="{139E3D0C-D9DA-7EF9-1C1D-6983D3D477EE}"/>
                        </a:ext>
                      </a:extLst>
                    </p:cNvPr>
                    <p:cNvGrpSpPr/>
                    <p:nvPr/>
                  </p:nvGrpSpPr>
                  <p:grpSpPr>
                    <a:xfrm>
                      <a:off x="518311" y="3459173"/>
                      <a:ext cx="235999" cy="157484"/>
                      <a:chOff x="505834" y="3069723"/>
                      <a:chExt cx="408640" cy="294744"/>
                    </a:xfrm>
                  </p:grpSpPr>
                  <p:sp>
                    <p:nvSpPr>
                      <p:cNvPr id="31" name="Rectangle 30">
                        <a:extLst>
                          <a:ext uri="{FF2B5EF4-FFF2-40B4-BE49-F238E27FC236}">
                            <a16:creationId xmlns:a16="http://schemas.microsoft.com/office/drawing/2014/main" id="{90AFF814-48CA-E1EE-91D9-D2D44D3DD727}"/>
                          </a:ext>
                        </a:extLst>
                      </p:cNvPr>
                      <p:cNvSpPr/>
                      <p:nvPr/>
                    </p:nvSpPr>
                    <p:spPr bwMode="auto">
                      <a:xfrm>
                        <a:off x="505834" y="3069723"/>
                        <a:ext cx="408640" cy="29474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2" name="Rectangle 31">
                        <a:extLst>
                          <a:ext uri="{FF2B5EF4-FFF2-40B4-BE49-F238E27FC236}">
                            <a16:creationId xmlns:a16="http://schemas.microsoft.com/office/drawing/2014/main" id="{62EA322E-54E1-F122-3810-7912CEF0F715}"/>
                          </a:ext>
                        </a:extLst>
                      </p:cNvPr>
                      <p:cNvSpPr/>
                      <p:nvPr/>
                    </p:nvSpPr>
                    <p:spPr bwMode="auto">
                      <a:xfrm>
                        <a:off x="646207" y="3104329"/>
                        <a:ext cx="268267" cy="250441"/>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3" name="Rectangle 32">
                        <a:extLst>
                          <a:ext uri="{FF2B5EF4-FFF2-40B4-BE49-F238E27FC236}">
                            <a16:creationId xmlns:a16="http://schemas.microsoft.com/office/drawing/2014/main" id="{1F5EA5EA-23DD-E3FB-7FE6-1DD9799185A4}"/>
                          </a:ext>
                        </a:extLst>
                      </p:cNvPr>
                      <p:cNvSpPr/>
                      <p:nvPr/>
                    </p:nvSpPr>
                    <p:spPr bwMode="auto">
                      <a:xfrm>
                        <a:off x="505834" y="3069728"/>
                        <a:ext cx="408640" cy="66865"/>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4" name="Rectangle 33">
                        <a:extLst>
                          <a:ext uri="{FF2B5EF4-FFF2-40B4-BE49-F238E27FC236}">
                            <a16:creationId xmlns:a16="http://schemas.microsoft.com/office/drawing/2014/main" id="{714C8899-9E6C-1DF7-B725-B810F85F6D56}"/>
                          </a:ext>
                        </a:extLst>
                      </p:cNvPr>
                      <p:cNvSpPr/>
                      <p:nvPr/>
                    </p:nvSpPr>
                    <p:spPr bwMode="auto">
                      <a:xfrm>
                        <a:off x="505834" y="3176386"/>
                        <a:ext cx="140372" cy="35978"/>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5" name="Rounded Rectangle 176">
                        <a:extLst>
                          <a:ext uri="{FF2B5EF4-FFF2-40B4-BE49-F238E27FC236}">
                            <a16:creationId xmlns:a16="http://schemas.microsoft.com/office/drawing/2014/main" id="{3F07500B-CDCF-44D1-ED7D-89BE634DB7DD}"/>
                          </a:ext>
                        </a:extLst>
                      </p:cNvPr>
                      <p:cNvSpPr/>
                      <p:nvPr/>
                    </p:nvSpPr>
                    <p:spPr bwMode="auto">
                      <a:xfrm>
                        <a:off x="669648" y="3176386"/>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6" name="Rounded Rectangle 177">
                        <a:extLst>
                          <a:ext uri="{FF2B5EF4-FFF2-40B4-BE49-F238E27FC236}">
                            <a16:creationId xmlns:a16="http://schemas.microsoft.com/office/drawing/2014/main" id="{3011054B-BA90-2EA4-D7A8-02996855FA40}"/>
                          </a:ext>
                        </a:extLst>
                      </p:cNvPr>
                      <p:cNvSpPr/>
                      <p:nvPr/>
                    </p:nvSpPr>
                    <p:spPr bwMode="auto">
                      <a:xfrm>
                        <a:off x="669648" y="3219382"/>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7" name="Rounded Rectangle 178">
                        <a:extLst>
                          <a:ext uri="{FF2B5EF4-FFF2-40B4-BE49-F238E27FC236}">
                            <a16:creationId xmlns:a16="http://schemas.microsoft.com/office/drawing/2014/main" id="{7901A11E-F9D5-09AC-EAC5-2AA4026175D7}"/>
                          </a:ext>
                        </a:extLst>
                      </p:cNvPr>
                      <p:cNvSpPr/>
                      <p:nvPr/>
                    </p:nvSpPr>
                    <p:spPr bwMode="auto">
                      <a:xfrm>
                        <a:off x="669648" y="3266226"/>
                        <a:ext cx="136825"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grpSp>
        </p:grpSp>
      </p:grpSp>
      <p:grpSp>
        <p:nvGrpSpPr>
          <p:cNvPr id="271" name="Group 270">
            <a:extLst>
              <a:ext uri="{FF2B5EF4-FFF2-40B4-BE49-F238E27FC236}">
                <a16:creationId xmlns:a16="http://schemas.microsoft.com/office/drawing/2014/main" id="{304E8782-F027-0E11-2292-4F9A0F4D780A}"/>
              </a:ext>
            </a:extLst>
          </p:cNvPr>
          <p:cNvGrpSpPr/>
          <p:nvPr/>
        </p:nvGrpSpPr>
        <p:grpSpPr>
          <a:xfrm>
            <a:off x="186611" y="4226905"/>
            <a:ext cx="1323677" cy="1109768"/>
            <a:chOff x="10765317" y="3458555"/>
            <a:chExt cx="1254676" cy="1019477"/>
          </a:xfrm>
        </p:grpSpPr>
        <p:grpSp>
          <p:nvGrpSpPr>
            <p:cNvPr id="273" name="Group 272">
              <a:extLst>
                <a:ext uri="{FF2B5EF4-FFF2-40B4-BE49-F238E27FC236}">
                  <a16:creationId xmlns:a16="http://schemas.microsoft.com/office/drawing/2014/main" id="{37F954E6-3136-D097-8D9E-5D2F35D90C78}"/>
                </a:ext>
              </a:extLst>
            </p:cNvPr>
            <p:cNvGrpSpPr/>
            <p:nvPr/>
          </p:nvGrpSpPr>
          <p:grpSpPr>
            <a:xfrm>
              <a:off x="10765317" y="3458555"/>
              <a:ext cx="1254676" cy="1019477"/>
              <a:chOff x="2256280" y="3091534"/>
              <a:chExt cx="1495863" cy="1260741"/>
            </a:xfrm>
            <a:solidFill>
              <a:schemeClr val="bg1"/>
            </a:solidFill>
          </p:grpSpPr>
          <p:sp>
            <p:nvSpPr>
              <p:cNvPr id="275" name="Rectangle: Rounded Corners 274">
                <a:extLst>
                  <a:ext uri="{FF2B5EF4-FFF2-40B4-BE49-F238E27FC236}">
                    <a16:creationId xmlns:a16="http://schemas.microsoft.com/office/drawing/2014/main" id="{108AE38E-C35C-B880-3168-8736EA31D976}"/>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76" name="TextBox 275">
                <a:extLst>
                  <a:ext uri="{FF2B5EF4-FFF2-40B4-BE49-F238E27FC236}">
                    <a16:creationId xmlns:a16="http://schemas.microsoft.com/office/drawing/2014/main" id="{2144A62E-462C-6910-28D5-2320F8349C9F}"/>
                  </a:ext>
                </a:extLst>
              </p:cNvPr>
              <p:cNvSpPr txBox="1"/>
              <p:nvPr/>
            </p:nvSpPr>
            <p:spPr>
              <a:xfrm>
                <a:off x="2531264" y="3721542"/>
                <a:ext cx="967717" cy="454541"/>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Snowflake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a:t>
                </a:r>
              </a:p>
            </p:txBody>
          </p:sp>
        </p:grpSp>
        <p:pic>
          <p:nvPicPr>
            <p:cNvPr id="274" name="Graphic 9">
              <a:extLst>
                <a:ext uri="{FF2B5EF4-FFF2-40B4-BE49-F238E27FC236}">
                  <a16:creationId xmlns:a16="http://schemas.microsoft.com/office/drawing/2014/main" id="{D7D70622-2B19-8847-4DA6-1625C0E5212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81155" y="3651351"/>
              <a:ext cx="1055398" cy="231493"/>
            </a:xfrm>
            <a:prstGeom prst="rect">
              <a:avLst/>
            </a:prstGeom>
          </p:spPr>
        </p:pic>
      </p:grpSp>
      <p:cxnSp>
        <p:nvCxnSpPr>
          <p:cNvPr id="277" name="Straight Arrow Connector 12">
            <a:extLst>
              <a:ext uri="{FF2B5EF4-FFF2-40B4-BE49-F238E27FC236}">
                <a16:creationId xmlns:a16="http://schemas.microsoft.com/office/drawing/2014/main" id="{955FADF2-5F45-5ADA-2FF1-EC93E4474693}"/>
              </a:ext>
            </a:extLst>
          </p:cNvPr>
          <p:cNvCxnSpPr>
            <a:cxnSpLocks/>
            <a:stCxn id="275" idx="0"/>
          </p:cNvCxnSpPr>
          <p:nvPr/>
        </p:nvCxnSpPr>
        <p:spPr>
          <a:xfrm flipV="1">
            <a:off x="848450" y="3186545"/>
            <a:ext cx="0" cy="1040360"/>
          </a:xfrm>
          <a:prstGeom prst="straightConnector1">
            <a:avLst/>
          </a:prstGeom>
          <a:ln w="25400">
            <a:headEnd type="none"/>
            <a:tailEnd type="none"/>
          </a:ln>
        </p:spPr>
        <p:style>
          <a:lnRef idx="1">
            <a:schemeClr val="accent1"/>
          </a:lnRef>
          <a:fillRef idx="0">
            <a:schemeClr val="accent1"/>
          </a:fillRef>
          <a:effectRef idx="0">
            <a:schemeClr val="accent1"/>
          </a:effectRef>
          <a:fontRef idx="minor">
            <a:schemeClr val="tx1"/>
          </a:fontRef>
        </p:style>
      </p:cxnSp>
      <p:cxnSp>
        <p:nvCxnSpPr>
          <p:cNvPr id="307" name="Straight Arrow Connector 12">
            <a:extLst>
              <a:ext uri="{FF2B5EF4-FFF2-40B4-BE49-F238E27FC236}">
                <a16:creationId xmlns:a16="http://schemas.microsoft.com/office/drawing/2014/main" id="{FDEECEAB-B4A9-F25D-F7E4-93E6381BE861}"/>
              </a:ext>
            </a:extLst>
          </p:cNvPr>
          <p:cNvCxnSpPr>
            <a:cxnSpLocks/>
          </p:cNvCxnSpPr>
          <p:nvPr/>
        </p:nvCxnSpPr>
        <p:spPr>
          <a:xfrm>
            <a:off x="6522339" y="6303602"/>
            <a:ext cx="2480636" cy="0"/>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15" name="Graphic 314">
            <a:extLst>
              <a:ext uri="{FF2B5EF4-FFF2-40B4-BE49-F238E27FC236}">
                <a16:creationId xmlns:a16="http://schemas.microsoft.com/office/drawing/2014/main" id="{7005D7FF-23BE-509C-13A9-72803E963CC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934980" y="6190015"/>
            <a:ext cx="314264" cy="314264"/>
          </a:xfrm>
          <a:prstGeom prst="rect">
            <a:avLst/>
          </a:prstGeom>
        </p:spPr>
      </p:pic>
      <p:sp>
        <p:nvSpPr>
          <p:cNvPr id="316" name="TextBox 315">
            <a:extLst>
              <a:ext uri="{FF2B5EF4-FFF2-40B4-BE49-F238E27FC236}">
                <a16:creationId xmlns:a16="http://schemas.microsoft.com/office/drawing/2014/main" id="{7E67B092-90BC-4651-FFD3-73B92D8628AD}"/>
              </a:ext>
            </a:extLst>
          </p:cNvPr>
          <p:cNvSpPr txBox="1"/>
          <p:nvPr/>
        </p:nvSpPr>
        <p:spPr>
          <a:xfrm>
            <a:off x="4750315" y="6492220"/>
            <a:ext cx="2635704" cy="400110"/>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Ingestion &amp; Orchestration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a:t>
            </a:r>
          </a:p>
        </p:txBody>
      </p:sp>
      <p:grpSp>
        <p:nvGrpSpPr>
          <p:cNvPr id="318" name="Group 317">
            <a:extLst>
              <a:ext uri="{FF2B5EF4-FFF2-40B4-BE49-F238E27FC236}">
                <a16:creationId xmlns:a16="http://schemas.microsoft.com/office/drawing/2014/main" id="{89202291-0080-B9CF-71B2-72549EBB48FF}"/>
              </a:ext>
            </a:extLst>
          </p:cNvPr>
          <p:cNvGrpSpPr/>
          <p:nvPr/>
        </p:nvGrpSpPr>
        <p:grpSpPr>
          <a:xfrm>
            <a:off x="1902869" y="2577217"/>
            <a:ext cx="1706088" cy="1291617"/>
            <a:chOff x="2256280" y="3091534"/>
            <a:chExt cx="1495863" cy="1260741"/>
          </a:xfrm>
          <a:solidFill>
            <a:schemeClr val="bg1"/>
          </a:solidFill>
        </p:grpSpPr>
        <p:sp>
          <p:nvSpPr>
            <p:cNvPr id="320" name="Rectangle: Rounded Corners 319">
              <a:extLst>
                <a:ext uri="{FF2B5EF4-FFF2-40B4-BE49-F238E27FC236}">
                  <a16:creationId xmlns:a16="http://schemas.microsoft.com/office/drawing/2014/main" id="{45F984C8-9E92-1A87-18B9-E362345CEDF2}"/>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21" name="TextBox 320">
              <a:extLst>
                <a:ext uri="{FF2B5EF4-FFF2-40B4-BE49-F238E27FC236}">
                  <a16:creationId xmlns:a16="http://schemas.microsoft.com/office/drawing/2014/main" id="{11F80AAD-0393-F3AC-B90E-84743036EF60}"/>
                </a:ext>
              </a:extLst>
            </p:cNvPr>
            <p:cNvSpPr txBox="1"/>
            <p:nvPr/>
          </p:nvSpPr>
          <p:spPr>
            <a:xfrm>
              <a:off x="2713622" y="3806549"/>
              <a:ext cx="641180"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err="1">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OneLake</a:t>
              </a:r>
              <a:endPar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a:t>
              </a:r>
            </a:p>
          </p:txBody>
        </p:sp>
      </p:grpSp>
      <p:grpSp>
        <p:nvGrpSpPr>
          <p:cNvPr id="322" name="Group 321">
            <a:extLst>
              <a:ext uri="{FF2B5EF4-FFF2-40B4-BE49-F238E27FC236}">
                <a16:creationId xmlns:a16="http://schemas.microsoft.com/office/drawing/2014/main" id="{08A24818-F1CD-3FAA-3E15-E8FD0EAE35EC}"/>
              </a:ext>
            </a:extLst>
          </p:cNvPr>
          <p:cNvGrpSpPr/>
          <p:nvPr/>
        </p:nvGrpSpPr>
        <p:grpSpPr>
          <a:xfrm>
            <a:off x="4964213" y="2573137"/>
            <a:ext cx="1706088" cy="1291617"/>
            <a:chOff x="10765317" y="3458555"/>
            <a:chExt cx="1254676" cy="1019477"/>
          </a:xfrm>
        </p:grpSpPr>
        <p:grpSp>
          <p:nvGrpSpPr>
            <p:cNvPr id="323" name="Group 322">
              <a:extLst>
                <a:ext uri="{FF2B5EF4-FFF2-40B4-BE49-F238E27FC236}">
                  <a16:creationId xmlns:a16="http://schemas.microsoft.com/office/drawing/2014/main" id="{A7641C2F-CCDB-0BB7-55EA-92CD0DFC2BE4}"/>
                </a:ext>
              </a:extLst>
            </p:cNvPr>
            <p:cNvGrpSpPr/>
            <p:nvPr/>
          </p:nvGrpSpPr>
          <p:grpSpPr>
            <a:xfrm>
              <a:off x="10765317" y="3458555"/>
              <a:ext cx="1254676" cy="1019477"/>
              <a:chOff x="2256280" y="3091534"/>
              <a:chExt cx="1495863" cy="1260741"/>
            </a:xfrm>
            <a:solidFill>
              <a:schemeClr val="bg1"/>
            </a:solidFill>
          </p:grpSpPr>
          <p:sp>
            <p:nvSpPr>
              <p:cNvPr id="325" name="Rectangle: Rounded Corners 324">
                <a:extLst>
                  <a:ext uri="{FF2B5EF4-FFF2-40B4-BE49-F238E27FC236}">
                    <a16:creationId xmlns:a16="http://schemas.microsoft.com/office/drawing/2014/main" id="{DAFE6E6B-A22D-C357-44DF-76FDC507E46F}"/>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26" name="TextBox 325">
                <a:extLst>
                  <a:ext uri="{FF2B5EF4-FFF2-40B4-BE49-F238E27FC236}">
                    <a16:creationId xmlns:a16="http://schemas.microsoft.com/office/drawing/2014/main" id="{20A4D56B-A40C-652A-BB0B-58448029CCC4}"/>
                  </a:ext>
                </a:extLst>
              </p:cNvPr>
              <p:cNvSpPr txBox="1"/>
              <p:nvPr/>
            </p:nvSpPr>
            <p:spPr>
              <a:xfrm>
                <a:off x="2442433" y="3747743"/>
                <a:ext cx="1158398"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Machine Learning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a:t>
                </a:r>
              </a:p>
            </p:txBody>
          </p:sp>
        </p:grpSp>
        <p:pic>
          <p:nvPicPr>
            <p:cNvPr id="324" name="Graphic 323">
              <a:extLst>
                <a:ext uri="{FF2B5EF4-FFF2-40B4-BE49-F238E27FC236}">
                  <a16:creationId xmlns:a16="http://schemas.microsoft.com/office/drawing/2014/main" id="{C62A4751-2154-C560-26F8-DF3B5B2275D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261603" y="3655547"/>
              <a:ext cx="279243" cy="299706"/>
            </a:xfrm>
            <a:prstGeom prst="rect">
              <a:avLst/>
            </a:prstGeom>
          </p:spPr>
        </p:pic>
      </p:grpSp>
      <p:cxnSp>
        <p:nvCxnSpPr>
          <p:cNvPr id="327" name="Straight Arrow Connector 12">
            <a:extLst>
              <a:ext uri="{FF2B5EF4-FFF2-40B4-BE49-F238E27FC236}">
                <a16:creationId xmlns:a16="http://schemas.microsoft.com/office/drawing/2014/main" id="{F936058F-F5F0-870E-9BF0-2061D2899A79}"/>
              </a:ext>
            </a:extLst>
          </p:cNvPr>
          <p:cNvCxnSpPr>
            <a:cxnSpLocks/>
            <a:stCxn id="320" idx="3"/>
            <a:endCxn id="325" idx="1"/>
          </p:cNvCxnSpPr>
          <p:nvPr/>
        </p:nvCxnSpPr>
        <p:spPr>
          <a:xfrm flipV="1">
            <a:off x="3608957" y="3218946"/>
            <a:ext cx="1355256" cy="408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30" name="TextBox 329">
            <a:extLst>
              <a:ext uri="{FF2B5EF4-FFF2-40B4-BE49-F238E27FC236}">
                <a16:creationId xmlns:a16="http://schemas.microsoft.com/office/drawing/2014/main" id="{00891588-A389-FA30-3B5E-74CD34DDD8A6}"/>
              </a:ext>
            </a:extLst>
          </p:cNvPr>
          <p:cNvSpPr txBox="1"/>
          <p:nvPr/>
        </p:nvSpPr>
        <p:spPr>
          <a:xfrm>
            <a:off x="4238362" y="2780041"/>
            <a:ext cx="81144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Clustering</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a:t>
            </a:r>
          </a:p>
        </p:txBody>
      </p:sp>
      <p:sp>
        <p:nvSpPr>
          <p:cNvPr id="331" name="TextBox 330">
            <a:extLst>
              <a:ext uri="{FF2B5EF4-FFF2-40B4-BE49-F238E27FC236}">
                <a16:creationId xmlns:a16="http://schemas.microsoft.com/office/drawing/2014/main" id="{C4F4E812-DF60-214B-07A8-E94E71BB7A14}"/>
              </a:ext>
            </a:extLst>
          </p:cNvPr>
          <p:cNvSpPr txBox="1"/>
          <p:nvPr/>
        </p:nvSpPr>
        <p:spPr>
          <a:xfrm>
            <a:off x="3577989" y="3201873"/>
            <a:ext cx="686406" cy="246221"/>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Clusters</a:t>
            </a:r>
          </a:p>
        </p:txBody>
      </p:sp>
      <p:grpSp>
        <p:nvGrpSpPr>
          <p:cNvPr id="332" name="Group 331">
            <a:extLst>
              <a:ext uri="{FF2B5EF4-FFF2-40B4-BE49-F238E27FC236}">
                <a16:creationId xmlns:a16="http://schemas.microsoft.com/office/drawing/2014/main" id="{A58AC515-4273-9719-C2FE-B797B121DECA}"/>
              </a:ext>
            </a:extLst>
          </p:cNvPr>
          <p:cNvGrpSpPr/>
          <p:nvPr/>
        </p:nvGrpSpPr>
        <p:grpSpPr>
          <a:xfrm>
            <a:off x="7694971" y="704079"/>
            <a:ext cx="1706088" cy="1291617"/>
            <a:chOff x="10765317" y="3458555"/>
            <a:chExt cx="1254676" cy="1019477"/>
          </a:xfrm>
        </p:grpSpPr>
        <p:grpSp>
          <p:nvGrpSpPr>
            <p:cNvPr id="333" name="Group 332">
              <a:extLst>
                <a:ext uri="{FF2B5EF4-FFF2-40B4-BE49-F238E27FC236}">
                  <a16:creationId xmlns:a16="http://schemas.microsoft.com/office/drawing/2014/main" id="{B31BFE96-C221-4201-29D4-1C99C1B84B6C}"/>
                </a:ext>
              </a:extLst>
            </p:cNvPr>
            <p:cNvGrpSpPr/>
            <p:nvPr/>
          </p:nvGrpSpPr>
          <p:grpSpPr>
            <a:xfrm>
              <a:off x="10765317" y="3458555"/>
              <a:ext cx="1254676" cy="1019477"/>
              <a:chOff x="2256280" y="3091534"/>
              <a:chExt cx="1495863" cy="1260741"/>
            </a:xfrm>
            <a:solidFill>
              <a:schemeClr val="bg1"/>
            </a:solidFill>
          </p:grpSpPr>
          <p:sp>
            <p:nvSpPr>
              <p:cNvPr id="335" name="Rectangle: Rounded Corners 334">
                <a:extLst>
                  <a:ext uri="{FF2B5EF4-FFF2-40B4-BE49-F238E27FC236}">
                    <a16:creationId xmlns:a16="http://schemas.microsoft.com/office/drawing/2014/main" id="{E1A77D53-3CCB-2565-354F-3F3C1B1DB926}"/>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36" name="TextBox 335">
                <a:extLst>
                  <a:ext uri="{FF2B5EF4-FFF2-40B4-BE49-F238E27FC236}">
                    <a16:creationId xmlns:a16="http://schemas.microsoft.com/office/drawing/2014/main" id="{317FE5FE-012E-F31A-058E-3E85CC2D5773}"/>
                  </a:ext>
                </a:extLst>
              </p:cNvPr>
              <p:cNvSpPr txBox="1"/>
              <p:nvPr/>
            </p:nvSpPr>
            <p:spPr>
              <a:xfrm>
                <a:off x="2336670" y="3745742"/>
                <a:ext cx="1252565"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Ideation Application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(App Service/Fabric)</a:t>
                </a:r>
              </a:p>
            </p:txBody>
          </p:sp>
        </p:grpSp>
        <p:pic>
          <p:nvPicPr>
            <p:cNvPr id="334" name="Graphic 333">
              <a:extLst>
                <a:ext uri="{FF2B5EF4-FFF2-40B4-BE49-F238E27FC236}">
                  <a16:creationId xmlns:a16="http://schemas.microsoft.com/office/drawing/2014/main" id="{B18B859D-F0C6-FFEE-5167-3691FFF80A1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11209899" y="3638364"/>
              <a:ext cx="299706" cy="299706"/>
            </a:xfrm>
            <a:prstGeom prst="rect">
              <a:avLst/>
            </a:prstGeom>
          </p:spPr>
        </p:pic>
      </p:grpSp>
      <p:grpSp>
        <p:nvGrpSpPr>
          <p:cNvPr id="345" name="Group 344">
            <a:extLst>
              <a:ext uri="{FF2B5EF4-FFF2-40B4-BE49-F238E27FC236}">
                <a16:creationId xmlns:a16="http://schemas.microsoft.com/office/drawing/2014/main" id="{DD144440-0412-1C5D-5840-F1ED8BF1255E}"/>
              </a:ext>
            </a:extLst>
          </p:cNvPr>
          <p:cNvGrpSpPr/>
          <p:nvPr/>
        </p:nvGrpSpPr>
        <p:grpSpPr>
          <a:xfrm>
            <a:off x="4967425" y="704109"/>
            <a:ext cx="1706088" cy="1291617"/>
            <a:chOff x="10765316" y="3458555"/>
            <a:chExt cx="1254676" cy="1019477"/>
          </a:xfrm>
        </p:grpSpPr>
        <p:grpSp>
          <p:nvGrpSpPr>
            <p:cNvPr id="346" name="Group 345">
              <a:extLst>
                <a:ext uri="{FF2B5EF4-FFF2-40B4-BE49-F238E27FC236}">
                  <a16:creationId xmlns:a16="http://schemas.microsoft.com/office/drawing/2014/main" id="{E781EC68-A5EF-61E1-091F-86FC323460F2}"/>
                </a:ext>
              </a:extLst>
            </p:cNvPr>
            <p:cNvGrpSpPr/>
            <p:nvPr/>
          </p:nvGrpSpPr>
          <p:grpSpPr>
            <a:xfrm>
              <a:off x="10765316" y="3458555"/>
              <a:ext cx="1254676" cy="1019477"/>
              <a:chOff x="2256280" y="3091534"/>
              <a:chExt cx="1495863" cy="1260741"/>
            </a:xfrm>
            <a:solidFill>
              <a:schemeClr val="bg1"/>
            </a:solidFill>
          </p:grpSpPr>
          <p:sp>
            <p:nvSpPr>
              <p:cNvPr id="348" name="Rectangle: Rounded Corners 347">
                <a:extLst>
                  <a:ext uri="{FF2B5EF4-FFF2-40B4-BE49-F238E27FC236}">
                    <a16:creationId xmlns:a16="http://schemas.microsoft.com/office/drawing/2014/main" id="{04A9AB15-57CC-2A06-064D-28959873FA5B}"/>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49" name="TextBox 348">
                <a:extLst>
                  <a:ext uri="{FF2B5EF4-FFF2-40B4-BE49-F238E27FC236}">
                    <a16:creationId xmlns:a16="http://schemas.microsoft.com/office/drawing/2014/main" id="{AF4FCE46-F45B-6F61-7CFE-D34993C9A0D2}"/>
                  </a:ext>
                </a:extLst>
              </p:cNvPr>
              <p:cNvSpPr txBox="1"/>
              <p:nvPr/>
            </p:nvSpPr>
            <p:spPr>
              <a:xfrm>
                <a:off x="2452910" y="3753420"/>
                <a:ext cx="1162613"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LLM/Agents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AI Foundry)</a:t>
                </a:r>
              </a:p>
            </p:txBody>
          </p:sp>
        </p:grpSp>
        <p:pic>
          <p:nvPicPr>
            <p:cNvPr id="347" name="Graphic 9">
              <a:extLst>
                <a:ext uri="{FF2B5EF4-FFF2-40B4-BE49-F238E27FC236}">
                  <a16:creationId xmlns:a16="http://schemas.microsoft.com/office/drawing/2014/main" id="{2AA4C28A-C1A3-8F33-5B07-411F0C98B30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228300" y="3575731"/>
              <a:ext cx="358203" cy="384453"/>
            </a:xfrm>
            <a:prstGeom prst="rect">
              <a:avLst/>
            </a:prstGeom>
          </p:spPr>
        </p:pic>
      </p:grpSp>
      <p:cxnSp>
        <p:nvCxnSpPr>
          <p:cNvPr id="350" name="Straight Arrow Connector 12">
            <a:extLst>
              <a:ext uri="{FF2B5EF4-FFF2-40B4-BE49-F238E27FC236}">
                <a16:creationId xmlns:a16="http://schemas.microsoft.com/office/drawing/2014/main" id="{B4F2D33C-551B-8ACD-4AD2-D79DFF6C2A92}"/>
              </a:ext>
            </a:extLst>
          </p:cNvPr>
          <p:cNvCxnSpPr>
            <a:cxnSpLocks/>
            <a:stCxn id="348" idx="2"/>
            <a:endCxn id="325" idx="0"/>
          </p:cNvCxnSpPr>
          <p:nvPr/>
        </p:nvCxnSpPr>
        <p:spPr>
          <a:xfrm flipH="1">
            <a:off x="5817257" y="1995726"/>
            <a:ext cx="3212" cy="577411"/>
          </a:xfrm>
          <a:prstGeom prst="straightConnector1">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53" name="TextBox 352">
            <a:extLst>
              <a:ext uri="{FF2B5EF4-FFF2-40B4-BE49-F238E27FC236}">
                <a16:creationId xmlns:a16="http://schemas.microsoft.com/office/drawing/2014/main" id="{FD9B2FCB-D9EA-D8DA-A984-558C07897517}"/>
              </a:ext>
            </a:extLst>
          </p:cNvPr>
          <p:cNvSpPr txBox="1"/>
          <p:nvPr/>
        </p:nvSpPr>
        <p:spPr>
          <a:xfrm>
            <a:off x="5129963" y="1940866"/>
            <a:ext cx="686406"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Analysis</a:t>
            </a:r>
          </a:p>
        </p:txBody>
      </p:sp>
      <p:sp>
        <p:nvSpPr>
          <p:cNvPr id="354" name="TextBox 353">
            <a:extLst>
              <a:ext uri="{FF2B5EF4-FFF2-40B4-BE49-F238E27FC236}">
                <a16:creationId xmlns:a16="http://schemas.microsoft.com/office/drawing/2014/main" id="{580E1343-C3E3-F6A9-AF98-EBC2173BD0AC}"/>
              </a:ext>
            </a:extLst>
          </p:cNvPr>
          <p:cNvSpPr txBox="1"/>
          <p:nvPr/>
        </p:nvSpPr>
        <p:spPr>
          <a:xfrm>
            <a:off x="5803567" y="2149553"/>
            <a:ext cx="689612"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Analysis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Results</a:t>
            </a:r>
          </a:p>
        </p:txBody>
      </p:sp>
      <p:cxnSp>
        <p:nvCxnSpPr>
          <p:cNvPr id="355" name="Straight Arrow Connector 12">
            <a:extLst>
              <a:ext uri="{FF2B5EF4-FFF2-40B4-BE49-F238E27FC236}">
                <a16:creationId xmlns:a16="http://schemas.microsoft.com/office/drawing/2014/main" id="{9CAEE998-C6AB-E841-9714-F35C098A93F3}"/>
              </a:ext>
            </a:extLst>
          </p:cNvPr>
          <p:cNvCxnSpPr>
            <a:cxnSpLocks/>
            <a:stCxn id="335" idx="2"/>
            <a:endCxn id="325" idx="3"/>
          </p:cNvCxnSpPr>
          <p:nvPr/>
        </p:nvCxnSpPr>
        <p:spPr>
          <a:xfrm rot="5400000">
            <a:off x="6997533" y="1668464"/>
            <a:ext cx="1223250" cy="1877714"/>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58" name="TextBox 357">
            <a:extLst>
              <a:ext uri="{FF2B5EF4-FFF2-40B4-BE49-F238E27FC236}">
                <a16:creationId xmlns:a16="http://schemas.microsoft.com/office/drawing/2014/main" id="{9C1A9831-4A21-7D53-4884-06129E621F63}"/>
              </a:ext>
            </a:extLst>
          </p:cNvPr>
          <p:cNvSpPr txBox="1"/>
          <p:nvPr/>
        </p:nvSpPr>
        <p:spPr>
          <a:xfrm>
            <a:off x="6640369" y="3207231"/>
            <a:ext cx="1007006" cy="707886"/>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Clustering</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(On Demand)</a:t>
            </a:r>
          </a:p>
          <a:p>
            <a:pPr marL="0" marR="0" lvl="0" indent="0" algn="ctr" defTabSz="95097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59" name="TextBox 358">
            <a:extLst>
              <a:ext uri="{FF2B5EF4-FFF2-40B4-BE49-F238E27FC236}">
                <a16:creationId xmlns:a16="http://schemas.microsoft.com/office/drawing/2014/main" id="{AA35225B-54F2-1B00-4977-2114C4579EF8}"/>
              </a:ext>
            </a:extLst>
          </p:cNvPr>
          <p:cNvSpPr txBox="1"/>
          <p:nvPr/>
        </p:nvSpPr>
        <p:spPr>
          <a:xfrm>
            <a:off x="7902422" y="1981826"/>
            <a:ext cx="631903"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Results</a:t>
            </a:r>
          </a:p>
        </p:txBody>
      </p:sp>
      <p:cxnSp>
        <p:nvCxnSpPr>
          <p:cNvPr id="364" name="Straight Arrow Connector 12">
            <a:extLst>
              <a:ext uri="{FF2B5EF4-FFF2-40B4-BE49-F238E27FC236}">
                <a16:creationId xmlns:a16="http://schemas.microsoft.com/office/drawing/2014/main" id="{2B77ABBA-E537-81E5-3F68-2DDB95E40B4E}"/>
              </a:ext>
            </a:extLst>
          </p:cNvPr>
          <p:cNvCxnSpPr>
            <a:cxnSpLocks/>
            <a:stCxn id="215" idx="2"/>
            <a:endCxn id="325" idx="2"/>
          </p:cNvCxnSpPr>
          <p:nvPr/>
        </p:nvCxnSpPr>
        <p:spPr>
          <a:xfrm rot="5400000" flipH="1">
            <a:off x="8510113" y="1171898"/>
            <a:ext cx="216821" cy="5602534"/>
          </a:xfrm>
          <a:prstGeom prst="bentConnector3">
            <a:avLst>
              <a:gd name="adj1" fmla="val -105433"/>
            </a:avLst>
          </a:prstGeom>
          <a:ln w="25400">
            <a:solidFill>
              <a:srgbClr val="FFB9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3" name="TextBox 372">
            <a:extLst>
              <a:ext uri="{FF2B5EF4-FFF2-40B4-BE49-F238E27FC236}">
                <a16:creationId xmlns:a16="http://schemas.microsoft.com/office/drawing/2014/main" id="{4F9858A4-C670-BECA-CCC0-C551478A4B15}"/>
              </a:ext>
            </a:extLst>
          </p:cNvPr>
          <p:cNvSpPr txBox="1"/>
          <p:nvPr/>
        </p:nvSpPr>
        <p:spPr>
          <a:xfrm>
            <a:off x="287500" y="85536"/>
            <a:ext cx="1156086" cy="523220"/>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Landscape </a:t>
            </a:r>
          </a:p>
        </p:txBody>
      </p:sp>
      <p:sp>
        <p:nvSpPr>
          <p:cNvPr id="374" name="TextBox 373">
            <a:extLst>
              <a:ext uri="{FF2B5EF4-FFF2-40B4-BE49-F238E27FC236}">
                <a16:creationId xmlns:a16="http://schemas.microsoft.com/office/drawing/2014/main" id="{955F366D-5E48-B142-928E-CE875752881B}"/>
              </a:ext>
            </a:extLst>
          </p:cNvPr>
          <p:cNvSpPr txBox="1"/>
          <p:nvPr/>
        </p:nvSpPr>
        <p:spPr>
          <a:xfrm>
            <a:off x="10705608" y="18387"/>
            <a:ext cx="1463863" cy="523220"/>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Users &amp;</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Scientists</a:t>
            </a:r>
          </a:p>
        </p:txBody>
      </p:sp>
      <p:sp>
        <p:nvSpPr>
          <p:cNvPr id="375" name="TextBox 374">
            <a:extLst>
              <a:ext uri="{FF2B5EF4-FFF2-40B4-BE49-F238E27FC236}">
                <a16:creationId xmlns:a16="http://schemas.microsoft.com/office/drawing/2014/main" id="{51B0A9C0-C383-D09E-FEF7-616C19C8D3E6}"/>
              </a:ext>
            </a:extLst>
          </p:cNvPr>
          <p:cNvSpPr txBox="1"/>
          <p:nvPr/>
        </p:nvSpPr>
        <p:spPr>
          <a:xfrm>
            <a:off x="7966206" y="3747615"/>
            <a:ext cx="1180131" cy="553998"/>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Implementation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Science)</a:t>
            </a:r>
          </a:p>
        </p:txBody>
      </p:sp>
      <p:sp>
        <p:nvSpPr>
          <p:cNvPr id="376" name="TextBox 375">
            <a:extLst>
              <a:ext uri="{FF2B5EF4-FFF2-40B4-BE49-F238E27FC236}">
                <a16:creationId xmlns:a16="http://schemas.microsoft.com/office/drawing/2014/main" id="{E2BBDA5C-F922-CBDE-CFAF-D24A364A4B8D}"/>
              </a:ext>
            </a:extLst>
          </p:cNvPr>
          <p:cNvSpPr txBox="1"/>
          <p:nvPr/>
        </p:nvSpPr>
        <p:spPr>
          <a:xfrm>
            <a:off x="9565409" y="777197"/>
            <a:ext cx="880369" cy="553998"/>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Questions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(End Users)</a:t>
            </a:r>
          </a:p>
        </p:txBody>
      </p:sp>
      <p:cxnSp>
        <p:nvCxnSpPr>
          <p:cNvPr id="377" name="Straight Arrow Connector 12">
            <a:extLst>
              <a:ext uri="{FF2B5EF4-FFF2-40B4-BE49-F238E27FC236}">
                <a16:creationId xmlns:a16="http://schemas.microsoft.com/office/drawing/2014/main" id="{582B5AF8-05D3-295A-193A-8947C0A56F4A}"/>
              </a:ext>
            </a:extLst>
          </p:cNvPr>
          <p:cNvCxnSpPr>
            <a:cxnSpLocks/>
            <a:stCxn id="335" idx="1"/>
            <a:endCxn id="348" idx="3"/>
          </p:cNvCxnSpPr>
          <p:nvPr/>
        </p:nvCxnSpPr>
        <p:spPr>
          <a:xfrm flipH="1">
            <a:off x="6673513" y="1349888"/>
            <a:ext cx="1021458" cy="30"/>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sp>
        <p:nvSpPr>
          <p:cNvPr id="380" name="TextBox 379">
            <a:extLst>
              <a:ext uri="{FF2B5EF4-FFF2-40B4-BE49-F238E27FC236}">
                <a16:creationId xmlns:a16="http://schemas.microsoft.com/office/drawing/2014/main" id="{88220B04-0D3B-CA45-7D75-DA3868CB71CD}"/>
              </a:ext>
            </a:extLst>
          </p:cNvPr>
          <p:cNvSpPr txBox="1"/>
          <p:nvPr/>
        </p:nvSpPr>
        <p:spPr>
          <a:xfrm>
            <a:off x="6620981" y="1382554"/>
            <a:ext cx="81144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Agent</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Questions</a:t>
            </a:r>
          </a:p>
        </p:txBody>
      </p:sp>
      <p:sp>
        <p:nvSpPr>
          <p:cNvPr id="382" name="TextBox 381">
            <a:extLst>
              <a:ext uri="{FF2B5EF4-FFF2-40B4-BE49-F238E27FC236}">
                <a16:creationId xmlns:a16="http://schemas.microsoft.com/office/drawing/2014/main" id="{8793DFDB-BFF0-638F-2404-FCC55C06A9E4}"/>
              </a:ext>
            </a:extLst>
          </p:cNvPr>
          <p:cNvSpPr txBox="1"/>
          <p:nvPr/>
        </p:nvSpPr>
        <p:spPr>
          <a:xfrm>
            <a:off x="7043419" y="935300"/>
            <a:ext cx="732894"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Agent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Answers</a:t>
            </a:r>
          </a:p>
        </p:txBody>
      </p:sp>
      <p:grpSp>
        <p:nvGrpSpPr>
          <p:cNvPr id="2" name="Group 1">
            <a:extLst>
              <a:ext uri="{FF2B5EF4-FFF2-40B4-BE49-F238E27FC236}">
                <a16:creationId xmlns:a16="http://schemas.microsoft.com/office/drawing/2014/main" id="{0DBB7D47-F34B-D172-1450-3F144AAFADA5}"/>
              </a:ext>
            </a:extLst>
          </p:cNvPr>
          <p:cNvGrpSpPr/>
          <p:nvPr/>
        </p:nvGrpSpPr>
        <p:grpSpPr>
          <a:xfrm>
            <a:off x="4964221" y="4625454"/>
            <a:ext cx="1706090" cy="1291615"/>
            <a:chOff x="10765318" y="3458553"/>
            <a:chExt cx="1254677" cy="1019476"/>
          </a:xfrm>
        </p:grpSpPr>
        <p:grpSp>
          <p:nvGrpSpPr>
            <p:cNvPr id="3" name="Group 2">
              <a:extLst>
                <a:ext uri="{FF2B5EF4-FFF2-40B4-BE49-F238E27FC236}">
                  <a16:creationId xmlns:a16="http://schemas.microsoft.com/office/drawing/2014/main" id="{DD49A185-E72C-4024-6321-1C9971CC7F06}"/>
                </a:ext>
              </a:extLst>
            </p:cNvPr>
            <p:cNvGrpSpPr/>
            <p:nvPr/>
          </p:nvGrpSpPr>
          <p:grpSpPr>
            <a:xfrm>
              <a:off x="10765318" y="3458553"/>
              <a:ext cx="1254677" cy="1019476"/>
              <a:chOff x="2256280" y="3091534"/>
              <a:chExt cx="1495863" cy="1260741"/>
            </a:xfrm>
            <a:solidFill>
              <a:schemeClr val="bg1"/>
            </a:solidFill>
          </p:grpSpPr>
          <p:sp>
            <p:nvSpPr>
              <p:cNvPr id="5" name="Rectangle: Rounded Corners 4">
                <a:extLst>
                  <a:ext uri="{FF2B5EF4-FFF2-40B4-BE49-F238E27FC236}">
                    <a16:creationId xmlns:a16="http://schemas.microsoft.com/office/drawing/2014/main" id="{E2857AE2-1563-A8D9-5A6F-89F0357F50BB}"/>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6" name="TextBox 5">
                <a:extLst>
                  <a:ext uri="{FF2B5EF4-FFF2-40B4-BE49-F238E27FC236}">
                    <a16:creationId xmlns:a16="http://schemas.microsoft.com/office/drawing/2014/main" id="{F174FCAE-9668-224D-92DB-F95A1FC99583}"/>
                  </a:ext>
                </a:extLst>
              </p:cNvPr>
              <p:cNvSpPr txBox="1"/>
              <p:nvPr/>
            </p:nvSpPr>
            <p:spPr>
              <a:xfrm>
                <a:off x="2426769" y="3598828"/>
                <a:ext cx="1123833" cy="701747"/>
              </a:xfrm>
              <a:prstGeom prst="rect">
                <a:avLst/>
              </a:prstGeom>
              <a:grpFill/>
            </p:spPr>
            <p:txBody>
              <a:bodyPr wrap="squar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Analytics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&amp;</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Dashboarding</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a:t>
                </a:r>
              </a:p>
            </p:txBody>
          </p:sp>
        </p:grpSp>
        <p:pic>
          <p:nvPicPr>
            <p:cNvPr id="4" name="Graphic 323">
              <a:extLst>
                <a:ext uri="{FF2B5EF4-FFF2-40B4-BE49-F238E27FC236}">
                  <a16:creationId xmlns:a16="http://schemas.microsoft.com/office/drawing/2014/main" id="{1F46748B-9BE7-4FE5-7DA9-83566012909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277616" y="3543849"/>
              <a:ext cx="279243" cy="299706"/>
            </a:xfrm>
            <a:prstGeom prst="rect">
              <a:avLst/>
            </a:prstGeom>
          </p:spPr>
        </p:pic>
      </p:grpSp>
      <p:grpSp>
        <p:nvGrpSpPr>
          <p:cNvPr id="9" name="Group 8">
            <a:extLst>
              <a:ext uri="{FF2B5EF4-FFF2-40B4-BE49-F238E27FC236}">
                <a16:creationId xmlns:a16="http://schemas.microsoft.com/office/drawing/2014/main" id="{5B109C75-47A8-1DB0-B488-465AA28A0D95}"/>
              </a:ext>
            </a:extLst>
          </p:cNvPr>
          <p:cNvGrpSpPr/>
          <p:nvPr/>
        </p:nvGrpSpPr>
        <p:grpSpPr>
          <a:xfrm>
            <a:off x="10868520" y="4556124"/>
            <a:ext cx="1102541" cy="1477557"/>
            <a:chOff x="10504503" y="1119206"/>
            <a:chExt cx="1102541" cy="1477557"/>
          </a:xfrm>
        </p:grpSpPr>
        <p:sp>
          <p:nvSpPr>
            <p:cNvPr id="10" name="Rectangle: Rounded Corners 9">
              <a:extLst>
                <a:ext uri="{FF2B5EF4-FFF2-40B4-BE49-F238E27FC236}">
                  <a16:creationId xmlns:a16="http://schemas.microsoft.com/office/drawing/2014/main" id="{C1D5C468-CA3A-9C19-A12F-1CFC5117DDE9}"/>
                </a:ext>
              </a:extLst>
            </p:cNvPr>
            <p:cNvSpPr/>
            <p:nvPr/>
          </p:nvSpPr>
          <p:spPr>
            <a:xfrm>
              <a:off x="10504503" y="1119206"/>
              <a:ext cx="1102541" cy="1477557"/>
            </a:xfrm>
            <a:prstGeom prst="round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1" name="Graphic 10" descr="Man">
              <a:extLst>
                <a:ext uri="{FF2B5EF4-FFF2-40B4-BE49-F238E27FC236}">
                  <a16:creationId xmlns:a16="http://schemas.microsoft.com/office/drawing/2014/main" id="{0AAA8EEE-F145-E838-EA0F-AFC04DAC37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13790" y="1248998"/>
              <a:ext cx="914400" cy="914400"/>
            </a:xfrm>
            <a:prstGeom prst="rect">
              <a:avLst/>
            </a:prstGeom>
          </p:spPr>
        </p:pic>
        <p:sp>
          <p:nvSpPr>
            <p:cNvPr id="12" name="TextBox 11">
              <a:extLst>
                <a:ext uri="{FF2B5EF4-FFF2-40B4-BE49-F238E27FC236}">
                  <a16:creationId xmlns:a16="http://schemas.microsoft.com/office/drawing/2014/main" id="{9EB9B497-7101-2ED1-223D-ABD5B29E87B3}"/>
                </a:ext>
              </a:extLst>
            </p:cNvPr>
            <p:cNvSpPr txBox="1"/>
            <p:nvPr/>
          </p:nvSpPr>
          <p:spPr>
            <a:xfrm>
              <a:off x="10721690" y="2223567"/>
              <a:ext cx="641522" cy="369332"/>
            </a:xfrm>
            <a:prstGeom prst="rect">
              <a:avLst/>
            </a:prstGeom>
            <a:ln>
              <a:noFill/>
              <a:prstDash val="solid"/>
            </a:ln>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Analysis</a:t>
              </a:r>
            </a:p>
          </p:txBody>
        </p:sp>
      </p:grpSp>
      <p:cxnSp>
        <p:nvCxnSpPr>
          <p:cNvPr id="74" name="Straight Arrow Connector 12">
            <a:extLst>
              <a:ext uri="{FF2B5EF4-FFF2-40B4-BE49-F238E27FC236}">
                <a16:creationId xmlns:a16="http://schemas.microsoft.com/office/drawing/2014/main" id="{342FC5BC-157C-F5B4-FE0E-F63334FCFB63}"/>
              </a:ext>
            </a:extLst>
          </p:cNvPr>
          <p:cNvCxnSpPr>
            <a:cxnSpLocks/>
            <a:stCxn id="10" idx="1"/>
            <a:endCxn id="5" idx="3"/>
          </p:cNvCxnSpPr>
          <p:nvPr/>
        </p:nvCxnSpPr>
        <p:spPr>
          <a:xfrm flipH="1" flipV="1">
            <a:off x="6670301" y="5271268"/>
            <a:ext cx="4198219" cy="23635"/>
          </a:xfrm>
          <a:prstGeom prst="straightConnector1">
            <a:avLst/>
          </a:prstGeom>
          <a:ln w="25400">
            <a:solidFill>
              <a:schemeClr val="accent5">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9B90E9EB-2953-0FEB-9EFF-E6E74D14E4E8}"/>
              </a:ext>
            </a:extLst>
          </p:cNvPr>
          <p:cNvSpPr txBox="1"/>
          <p:nvPr/>
        </p:nvSpPr>
        <p:spPr>
          <a:xfrm>
            <a:off x="8100689" y="4823766"/>
            <a:ext cx="1095172"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4364C"/>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Analytics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4364C"/>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Analysis)</a:t>
            </a:r>
          </a:p>
        </p:txBody>
      </p:sp>
      <p:cxnSp>
        <p:nvCxnSpPr>
          <p:cNvPr id="79" name="Straight Arrow Connector 12">
            <a:extLst>
              <a:ext uri="{FF2B5EF4-FFF2-40B4-BE49-F238E27FC236}">
                <a16:creationId xmlns:a16="http://schemas.microsoft.com/office/drawing/2014/main" id="{25327947-3C1E-6230-0D94-E247F8954AB4}"/>
              </a:ext>
            </a:extLst>
          </p:cNvPr>
          <p:cNvCxnSpPr>
            <a:cxnSpLocks/>
            <a:stCxn id="5" idx="1"/>
            <a:endCxn id="320" idx="2"/>
          </p:cNvCxnSpPr>
          <p:nvPr/>
        </p:nvCxnSpPr>
        <p:spPr>
          <a:xfrm rot="10800000">
            <a:off x="2755913" y="3868834"/>
            <a:ext cx="2208308" cy="1402428"/>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6C8AFCA6-1769-9C4B-0111-A5B0729A2E9D}"/>
              </a:ext>
            </a:extLst>
          </p:cNvPr>
          <p:cNvSpPr txBox="1"/>
          <p:nvPr/>
        </p:nvSpPr>
        <p:spPr>
          <a:xfrm>
            <a:off x="2732725" y="3821889"/>
            <a:ext cx="88678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 Data</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Requests</a:t>
            </a:r>
          </a:p>
        </p:txBody>
      </p:sp>
      <p:sp>
        <p:nvSpPr>
          <p:cNvPr id="83" name="TextBox 82">
            <a:extLst>
              <a:ext uri="{FF2B5EF4-FFF2-40B4-BE49-F238E27FC236}">
                <a16:creationId xmlns:a16="http://schemas.microsoft.com/office/drawing/2014/main" id="{9BA887B8-8FCF-5292-6636-0A877FA1C3FD}"/>
              </a:ext>
            </a:extLst>
          </p:cNvPr>
          <p:cNvSpPr txBox="1"/>
          <p:nvPr/>
        </p:nvSpPr>
        <p:spPr>
          <a:xfrm>
            <a:off x="4092865" y="5305772"/>
            <a:ext cx="88678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 Data</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Responses</a:t>
            </a:r>
          </a:p>
        </p:txBody>
      </p:sp>
      <p:cxnSp>
        <p:nvCxnSpPr>
          <p:cNvPr id="94" name="Straight Arrow Connector 12">
            <a:extLst>
              <a:ext uri="{FF2B5EF4-FFF2-40B4-BE49-F238E27FC236}">
                <a16:creationId xmlns:a16="http://schemas.microsoft.com/office/drawing/2014/main" id="{8BF9CFF4-05F6-BAA3-C686-1D16AA3517FF}"/>
              </a:ext>
            </a:extLst>
          </p:cNvPr>
          <p:cNvCxnSpPr>
            <a:cxnSpLocks/>
            <a:stCxn id="348" idx="1"/>
            <a:endCxn id="320" idx="0"/>
          </p:cNvCxnSpPr>
          <p:nvPr/>
        </p:nvCxnSpPr>
        <p:spPr>
          <a:xfrm rot="10800000" flipV="1">
            <a:off x="2755913" y="1349917"/>
            <a:ext cx="2211512" cy="1227299"/>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907313B7-9343-1327-B994-EF009FBC2D28}"/>
              </a:ext>
            </a:extLst>
          </p:cNvPr>
          <p:cNvSpPr txBox="1"/>
          <p:nvPr/>
        </p:nvSpPr>
        <p:spPr>
          <a:xfrm>
            <a:off x="2687677" y="2080183"/>
            <a:ext cx="95571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 Agent</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Response</a:t>
            </a:r>
          </a:p>
        </p:txBody>
      </p:sp>
      <p:sp>
        <p:nvSpPr>
          <p:cNvPr id="98" name="TextBox 97">
            <a:extLst>
              <a:ext uri="{FF2B5EF4-FFF2-40B4-BE49-F238E27FC236}">
                <a16:creationId xmlns:a16="http://schemas.microsoft.com/office/drawing/2014/main" id="{21CC7006-51FB-2C96-6138-A492FDFC653B}"/>
              </a:ext>
            </a:extLst>
          </p:cNvPr>
          <p:cNvSpPr txBox="1"/>
          <p:nvPr/>
        </p:nvSpPr>
        <p:spPr>
          <a:xfrm>
            <a:off x="4092565" y="923336"/>
            <a:ext cx="95571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Fabric Agent</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Requests</a:t>
            </a:r>
          </a:p>
        </p:txBody>
      </p:sp>
      <p:grpSp>
        <p:nvGrpSpPr>
          <p:cNvPr id="99" name="Group 98">
            <a:extLst>
              <a:ext uri="{FF2B5EF4-FFF2-40B4-BE49-F238E27FC236}">
                <a16:creationId xmlns:a16="http://schemas.microsoft.com/office/drawing/2014/main" id="{31B809ED-20E4-8B47-8A94-6035756C4C9B}"/>
              </a:ext>
            </a:extLst>
          </p:cNvPr>
          <p:cNvGrpSpPr/>
          <p:nvPr/>
        </p:nvGrpSpPr>
        <p:grpSpPr>
          <a:xfrm>
            <a:off x="1794289" y="-31503"/>
            <a:ext cx="2263817" cy="1188630"/>
            <a:chOff x="7506193" y="-50600"/>
            <a:chExt cx="2673317" cy="1188630"/>
          </a:xfrm>
        </p:grpSpPr>
        <p:grpSp>
          <p:nvGrpSpPr>
            <p:cNvPr id="100" name="Group 99">
              <a:extLst>
                <a:ext uri="{FF2B5EF4-FFF2-40B4-BE49-F238E27FC236}">
                  <a16:creationId xmlns:a16="http://schemas.microsoft.com/office/drawing/2014/main" id="{2B2B1096-06C7-8F90-CBEE-C7201AA6B983}"/>
                </a:ext>
              </a:extLst>
            </p:cNvPr>
            <p:cNvGrpSpPr/>
            <p:nvPr/>
          </p:nvGrpSpPr>
          <p:grpSpPr>
            <a:xfrm>
              <a:off x="7506193" y="-50600"/>
              <a:ext cx="2673317" cy="1188630"/>
              <a:chOff x="7497548" y="369985"/>
              <a:chExt cx="2673317" cy="1188630"/>
            </a:xfrm>
          </p:grpSpPr>
          <p:sp>
            <p:nvSpPr>
              <p:cNvPr id="107" name="Rectangle: Rounded Corners 106">
                <a:extLst>
                  <a:ext uri="{FF2B5EF4-FFF2-40B4-BE49-F238E27FC236}">
                    <a16:creationId xmlns:a16="http://schemas.microsoft.com/office/drawing/2014/main" id="{16315E12-A8B9-9DC2-B232-7152432CD8EC}"/>
                  </a:ext>
                </a:extLst>
              </p:cNvPr>
              <p:cNvSpPr/>
              <p:nvPr/>
            </p:nvSpPr>
            <p:spPr>
              <a:xfrm>
                <a:off x="7497548" y="539138"/>
                <a:ext cx="2673317" cy="1019477"/>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08" name="TextBox 107">
                <a:extLst>
                  <a:ext uri="{FF2B5EF4-FFF2-40B4-BE49-F238E27FC236}">
                    <a16:creationId xmlns:a16="http://schemas.microsoft.com/office/drawing/2014/main" id="{8785C2AC-C42C-84CB-FDAE-ADA653A9C6CC}"/>
                  </a:ext>
                </a:extLst>
              </p:cNvPr>
              <p:cNvSpPr txBox="1"/>
              <p:nvPr/>
            </p:nvSpPr>
            <p:spPr>
              <a:xfrm>
                <a:off x="8429725" y="369985"/>
                <a:ext cx="573643" cy="200055"/>
              </a:xfrm>
              <a:prstGeom prst="rect">
                <a:avLst/>
              </a:prstGeom>
              <a:noFill/>
            </p:spPr>
            <p:txBody>
              <a:bodyPr wrap="squar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Key</a:t>
                </a:r>
              </a:p>
            </p:txBody>
          </p:sp>
        </p:grpSp>
        <p:cxnSp>
          <p:nvCxnSpPr>
            <p:cNvPr id="101" name="Straight Arrow Connector 12">
              <a:extLst>
                <a:ext uri="{FF2B5EF4-FFF2-40B4-BE49-F238E27FC236}">
                  <a16:creationId xmlns:a16="http://schemas.microsoft.com/office/drawing/2014/main" id="{8D90B196-55B8-E5FE-96A0-12E9E0684D8A}"/>
                </a:ext>
              </a:extLst>
            </p:cNvPr>
            <p:cNvCxnSpPr>
              <a:cxnSpLocks/>
            </p:cNvCxnSpPr>
            <p:nvPr/>
          </p:nvCxnSpPr>
          <p:spPr>
            <a:xfrm flipH="1">
              <a:off x="7751514" y="330515"/>
              <a:ext cx="456314" cy="0"/>
            </a:xfrm>
            <a:prstGeom prst="straightConnector1">
              <a:avLst/>
            </a:prstGeom>
            <a:ln w="25400">
              <a:headEnd type="none"/>
              <a:tailEnd type="none"/>
            </a:ln>
          </p:spPr>
          <p:style>
            <a:lnRef idx="1">
              <a:schemeClr val="accent1"/>
            </a:lnRef>
            <a:fillRef idx="0">
              <a:schemeClr val="accent1"/>
            </a:fillRef>
            <a:effectRef idx="0">
              <a:schemeClr val="accent1"/>
            </a:effectRef>
            <a:fontRef idx="minor">
              <a:schemeClr val="tx1"/>
            </a:fontRef>
          </p:style>
        </p:cxnSp>
        <p:cxnSp>
          <p:nvCxnSpPr>
            <p:cNvPr id="102" name="Straight Arrow Connector 12">
              <a:extLst>
                <a:ext uri="{FF2B5EF4-FFF2-40B4-BE49-F238E27FC236}">
                  <a16:creationId xmlns:a16="http://schemas.microsoft.com/office/drawing/2014/main" id="{A8407875-716D-15F7-7BA2-94EECBB9C66C}"/>
                </a:ext>
              </a:extLst>
            </p:cNvPr>
            <p:cNvCxnSpPr>
              <a:cxnSpLocks/>
            </p:cNvCxnSpPr>
            <p:nvPr/>
          </p:nvCxnSpPr>
          <p:spPr>
            <a:xfrm flipH="1">
              <a:off x="7751514" y="530772"/>
              <a:ext cx="456314" cy="0"/>
            </a:xfrm>
            <a:prstGeom prst="straightConnector1">
              <a:avLst/>
            </a:prstGeom>
            <a:ln w="25400">
              <a:solidFill>
                <a:srgbClr val="FFB9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Arrow Connector 12">
              <a:extLst>
                <a:ext uri="{FF2B5EF4-FFF2-40B4-BE49-F238E27FC236}">
                  <a16:creationId xmlns:a16="http://schemas.microsoft.com/office/drawing/2014/main" id="{6B6A8300-F28F-6C58-7FEF-9A881A41F99D}"/>
                </a:ext>
              </a:extLst>
            </p:cNvPr>
            <p:cNvCxnSpPr>
              <a:cxnSpLocks/>
            </p:cNvCxnSpPr>
            <p:nvPr/>
          </p:nvCxnSpPr>
          <p:spPr>
            <a:xfrm flipH="1">
              <a:off x="7762657" y="760217"/>
              <a:ext cx="456314" cy="0"/>
            </a:xfrm>
            <a:prstGeom prst="straightConnector1">
              <a:avLst/>
            </a:prstGeom>
            <a:ln w="25400">
              <a:solidFill>
                <a:schemeClr val="accent4">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2A404863-D13D-20A4-281A-0EE229103BCA}"/>
                </a:ext>
              </a:extLst>
            </p:cNvPr>
            <p:cNvSpPr txBox="1"/>
            <p:nvPr/>
          </p:nvSpPr>
          <p:spPr>
            <a:xfrm>
              <a:off x="8302661" y="663930"/>
              <a:ext cx="131008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End User Requests</a:t>
              </a:r>
            </a:p>
          </p:txBody>
        </p:sp>
        <p:sp>
          <p:nvSpPr>
            <p:cNvPr id="105" name="TextBox 104">
              <a:extLst>
                <a:ext uri="{FF2B5EF4-FFF2-40B4-BE49-F238E27FC236}">
                  <a16:creationId xmlns:a16="http://schemas.microsoft.com/office/drawing/2014/main" id="{66B7DFDA-59D2-28EB-066C-12F54E26387F}"/>
                </a:ext>
              </a:extLst>
            </p:cNvPr>
            <p:cNvSpPr txBox="1"/>
            <p:nvPr/>
          </p:nvSpPr>
          <p:spPr>
            <a:xfrm>
              <a:off x="8250986" y="446608"/>
              <a:ext cx="164081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Science Requests</a:t>
              </a:r>
            </a:p>
          </p:txBody>
        </p:sp>
        <p:sp>
          <p:nvSpPr>
            <p:cNvPr id="106" name="TextBox 105">
              <a:extLst>
                <a:ext uri="{FF2B5EF4-FFF2-40B4-BE49-F238E27FC236}">
                  <a16:creationId xmlns:a16="http://schemas.microsoft.com/office/drawing/2014/main" id="{E6817540-C06E-EC21-FC82-8A912823D868}"/>
                </a:ext>
              </a:extLst>
            </p:cNvPr>
            <p:cNvSpPr txBox="1"/>
            <p:nvPr/>
          </p:nvSpPr>
          <p:spPr>
            <a:xfrm>
              <a:off x="8065694" y="225887"/>
              <a:ext cx="131008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78D4"/>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Flow</a:t>
              </a:r>
            </a:p>
          </p:txBody>
        </p:sp>
      </p:grpSp>
      <p:cxnSp>
        <p:nvCxnSpPr>
          <p:cNvPr id="109" name="Straight Arrow Connector 12">
            <a:extLst>
              <a:ext uri="{FF2B5EF4-FFF2-40B4-BE49-F238E27FC236}">
                <a16:creationId xmlns:a16="http://schemas.microsoft.com/office/drawing/2014/main" id="{4648C72E-2978-6EA5-9E93-5E4F45F6EBF7}"/>
              </a:ext>
            </a:extLst>
          </p:cNvPr>
          <p:cNvCxnSpPr>
            <a:cxnSpLocks/>
          </p:cNvCxnSpPr>
          <p:nvPr/>
        </p:nvCxnSpPr>
        <p:spPr>
          <a:xfrm flipH="1">
            <a:off x="2020122" y="996995"/>
            <a:ext cx="386416" cy="0"/>
          </a:xfrm>
          <a:prstGeom prst="straightConnector1">
            <a:avLst/>
          </a:prstGeom>
          <a:ln w="25400">
            <a:solidFill>
              <a:srgbClr val="F4364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502172D4-EBF3-5C1C-6791-790DA89C35CE}"/>
              </a:ext>
            </a:extLst>
          </p:cNvPr>
          <p:cNvSpPr txBox="1"/>
          <p:nvPr/>
        </p:nvSpPr>
        <p:spPr>
          <a:xfrm>
            <a:off x="2400916" y="895742"/>
            <a:ext cx="1337062"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4364C"/>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Analyst Requests</a:t>
            </a:r>
          </a:p>
        </p:txBody>
      </p:sp>
      <p:pic>
        <p:nvPicPr>
          <p:cNvPr id="7" name="Graphic 323">
            <a:extLst>
              <a:ext uri="{FF2B5EF4-FFF2-40B4-BE49-F238E27FC236}">
                <a16:creationId xmlns:a16="http://schemas.microsoft.com/office/drawing/2014/main" id="{B83B2219-6EF6-C797-3B98-80BD5B0F4F9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566057" y="2814094"/>
            <a:ext cx="379710" cy="379710"/>
          </a:xfrm>
          <a:prstGeom prst="rect">
            <a:avLst/>
          </a:prstGeom>
        </p:spPr>
      </p:pic>
      <p:sp>
        <p:nvSpPr>
          <p:cNvPr id="8" name="TextBox 7">
            <a:extLst>
              <a:ext uri="{FF2B5EF4-FFF2-40B4-BE49-F238E27FC236}">
                <a16:creationId xmlns:a16="http://schemas.microsoft.com/office/drawing/2014/main" id="{89433FE8-FE19-D8C9-4636-32AD7BBD20F1}"/>
              </a:ext>
            </a:extLst>
          </p:cNvPr>
          <p:cNvSpPr txBox="1"/>
          <p:nvPr/>
        </p:nvSpPr>
        <p:spPr>
          <a:xfrm>
            <a:off x="5187549" y="-13564"/>
            <a:ext cx="1737976" cy="307777"/>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Long Term Design</a:t>
            </a:r>
          </a:p>
        </p:txBody>
      </p:sp>
    </p:spTree>
    <p:extLst>
      <p:ext uri="{BB962C8B-B14F-4D97-AF65-F5344CB8AC3E}">
        <p14:creationId xmlns:p14="http://schemas.microsoft.com/office/powerpoint/2010/main" val="2952119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64C6-B6C0-920E-CE77-29B68C63E79C}"/>
            </a:ext>
          </a:extLst>
        </p:cNvPr>
        <p:cNvGrpSpPr/>
        <p:nvPr/>
      </p:nvGrpSpPr>
      <p:grpSpPr>
        <a:xfrm>
          <a:off x="0" y="0"/>
          <a:ext cx="0" cy="0"/>
          <a:chOff x="0" y="0"/>
          <a:chExt cx="0" cy="0"/>
        </a:xfrm>
      </p:grpSpPr>
      <p:cxnSp>
        <p:nvCxnSpPr>
          <p:cNvPr id="146" name="Straight Arrow Connector 12">
            <a:extLst>
              <a:ext uri="{FF2B5EF4-FFF2-40B4-BE49-F238E27FC236}">
                <a16:creationId xmlns:a16="http://schemas.microsoft.com/office/drawing/2014/main" id="{9442A4C2-F833-5847-6D08-D755F2A8B32C}"/>
              </a:ext>
            </a:extLst>
          </p:cNvPr>
          <p:cNvCxnSpPr>
            <a:cxnSpLocks/>
            <a:stCxn id="18" idx="2"/>
          </p:cNvCxnSpPr>
          <p:nvPr/>
        </p:nvCxnSpPr>
        <p:spPr>
          <a:xfrm rot="16200000" flipH="1">
            <a:off x="726555" y="2107521"/>
            <a:ext cx="1277650" cy="1025548"/>
          </a:xfrm>
          <a:prstGeom prst="bentConnector3">
            <a:avLst>
              <a:gd name="adj1" fmla="val 99417"/>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A0CE9C1-03AC-B7FC-44FA-3A99E1466655}"/>
              </a:ext>
            </a:extLst>
          </p:cNvPr>
          <p:cNvCxnSpPr>
            <a:cxnSpLocks/>
          </p:cNvCxnSpPr>
          <p:nvPr/>
        </p:nvCxnSpPr>
        <p:spPr>
          <a:xfrm flipH="1">
            <a:off x="1770706" y="6017012"/>
            <a:ext cx="8661284" cy="0"/>
          </a:xfrm>
          <a:prstGeom prst="line">
            <a:avLst/>
          </a:prstGeom>
          <a:ln w="254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82" name="Straight Arrow Connector 12">
            <a:extLst>
              <a:ext uri="{FF2B5EF4-FFF2-40B4-BE49-F238E27FC236}">
                <a16:creationId xmlns:a16="http://schemas.microsoft.com/office/drawing/2014/main" id="{EC410617-893C-A21A-0C6E-73D1FB4EAAA6}"/>
              </a:ext>
            </a:extLst>
          </p:cNvPr>
          <p:cNvCxnSpPr>
            <a:cxnSpLocks/>
          </p:cNvCxnSpPr>
          <p:nvPr/>
        </p:nvCxnSpPr>
        <p:spPr>
          <a:xfrm>
            <a:off x="3214712" y="6260061"/>
            <a:ext cx="2480636" cy="0"/>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E80E9DD5-5CD7-E933-8DF2-1A670014C2B6}"/>
              </a:ext>
            </a:extLst>
          </p:cNvPr>
          <p:cNvCxnSpPr>
            <a:cxnSpLocks/>
          </p:cNvCxnSpPr>
          <p:nvPr/>
        </p:nvCxnSpPr>
        <p:spPr>
          <a:xfrm>
            <a:off x="1688700" y="669119"/>
            <a:ext cx="0" cy="5901648"/>
          </a:xfrm>
          <a:prstGeom prst="line">
            <a:avLst/>
          </a:prstGeom>
          <a:ln w="25400">
            <a:solidFill>
              <a:schemeClr val="tx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709DA3CE-5656-D020-7830-B3441C17D697}"/>
              </a:ext>
            </a:extLst>
          </p:cNvPr>
          <p:cNvCxnSpPr>
            <a:cxnSpLocks/>
          </p:cNvCxnSpPr>
          <p:nvPr/>
        </p:nvCxnSpPr>
        <p:spPr>
          <a:xfrm>
            <a:off x="10510471" y="842513"/>
            <a:ext cx="0" cy="5901648"/>
          </a:xfrm>
          <a:prstGeom prst="line">
            <a:avLst/>
          </a:prstGeom>
          <a:ln w="25400">
            <a:solidFill>
              <a:schemeClr val="tx1"/>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001A6D30-7DC6-8560-0154-E43CA41ED73C}"/>
              </a:ext>
            </a:extLst>
          </p:cNvPr>
          <p:cNvSpPr txBox="1"/>
          <p:nvPr/>
        </p:nvSpPr>
        <p:spPr>
          <a:xfrm>
            <a:off x="5627399" y="522521"/>
            <a:ext cx="731289" cy="307777"/>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t>
            </a:r>
          </a:p>
        </p:txBody>
      </p:sp>
      <p:grpSp>
        <p:nvGrpSpPr>
          <p:cNvPr id="212" name="Group 211">
            <a:extLst>
              <a:ext uri="{FF2B5EF4-FFF2-40B4-BE49-F238E27FC236}">
                <a16:creationId xmlns:a16="http://schemas.microsoft.com/office/drawing/2014/main" id="{84EB5C02-9CCD-938F-BBE0-6890AA8BC00F}"/>
              </a:ext>
            </a:extLst>
          </p:cNvPr>
          <p:cNvGrpSpPr/>
          <p:nvPr/>
        </p:nvGrpSpPr>
        <p:grpSpPr>
          <a:xfrm>
            <a:off x="10864708" y="4717625"/>
            <a:ext cx="1102541" cy="1477557"/>
            <a:chOff x="10504503" y="1119206"/>
            <a:chExt cx="1102541" cy="1477557"/>
          </a:xfrm>
        </p:grpSpPr>
        <p:sp>
          <p:nvSpPr>
            <p:cNvPr id="213" name="Rectangle: Rounded Corners 212">
              <a:extLst>
                <a:ext uri="{FF2B5EF4-FFF2-40B4-BE49-F238E27FC236}">
                  <a16:creationId xmlns:a16="http://schemas.microsoft.com/office/drawing/2014/main" id="{DE33EF80-338B-7A48-C2C2-3FA863BD03F8}"/>
                </a:ext>
              </a:extLst>
            </p:cNvPr>
            <p:cNvSpPr/>
            <p:nvPr/>
          </p:nvSpPr>
          <p:spPr>
            <a:xfrm>
              <a:off x="10504503" y="1119206"/>
              <a:ext cx="1102541" cy="1477557"/>
            </a:xfrm>
            <a:prstGeom prst="round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214" name="Graphic 213" descr="Man">
              <a:extLst>
                <a:ext uri="{FF2B5EF4-FFF2-40B4-BE49-F238E27FC236}">
                  <a16:creationId xmlns:a16="http://schemas.microsoft.com/office/drawing/2014/main" id="{7BFCF2C8-863C-D458-6FAF-6826976166B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13790" y="1248998"/>
              <a:ext cx="914400" cy="914400"/>
            </a:xfrm>
            <a:prstGeom prst="rect">
              <a:avLst/>
            </a:prstGeom>
          </p:spPr>
        </p:pic>
        <p:sp>
          <p:nvSpPr>
            <p:cNvPr id="215" name="TextBox 214">
              <a:extLst>
                <a:ext uri="{FF2B5EF4-FFF2-40B4-BE49-F238E27FC236}">
                  <a16:creationId xmlns:a16="http://schemas.microsoft.com/office/drawing/2014/main" id="{117287B2-E7B6-0C3C-E6CC-0A31392F4A43}"/>
                </a:ext>
              </a:extLst>
            </p:cNvPr>
            <p:cNvSpPr txBox="1"/>
            <p:nvPr/>
          </p:nvSpPr>
          <p:spPr>
            <a:xfrm>
              <a:off x="10686423" y="2223567"/>
              <a:ext cx="712054" cy="369332"/>
            </a:xfrm>
            <a:prstGeom prst="rect">
              <a:avLst/>
            </a:prstGeom>
            <a:ln>
              <a:noFill/>
              <a:prstDash val="solid"/>
            </a:ln>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Scientists</a:t>
              </a:r>
            </a:p>
          </p:txBody>
        </p:sp>
      </p:grpSp>
      <p:grpSp>
        <p:nvGrpSpPr>
          <p:cNvPr id="262" name="Group 261">
            <a:extLst>
              <a:ext uri="{FF2B5EF4-FFF2-40B4-BE49-F238E27FC236}">
                <a16:creationId xmlns:a16="http://schemas.microsoft.com/office/drawing/2014/main" id="{C79F784B-90F4-D95F-67A7-88311EC5FD18}"/>
              </a:ext>
            </a:extLst>
          </p:cNvPr>
          <p:cNvGrpSpPr/>
          <p:nvPr/>
        </p:nvGrpSpPr>
        <p:grpSpPr>
          <a:xfrm>
            <a:off x="10913036" y="966455"/>
            <a:ext cx="1102541" cy="1477557"/>
            <a:chOff x="10504503" y="1119206"/>
            <a:chExt cx="1102541" cy="1477557"/>
          </a:xfrm>
        </p:grpSpPr>
        <p:sp>
          <p:nvSpPr>
            <p:cNvPr id="263" name="Rectangle: Rounded Corners 262">
              <a:extLst>
                <a:ext uri="{FF2B5EF4-FFF2-40B4-BE49-F238E27FC236}">
                  <a16:creationId xmlns:a16="http://schemas.microsoft.com/office/drawing/2014/main" id="{DEC4BBD6-024C-D2D6-9CEF-A11D497CA00B}"/>
                </a:ext>
              </a:extLst>
            </p:cNvPr>
            <p:cNvSpPr/>
            <p:nvPr/>
          </p:nvSpPr>
          <p:spPr>
            <a:xfrm>
              <a:off x="10504503" y="1119206"/>
              <a:ext cx="1102541" cy="1477557"/>
            </a:xfrm>
            <a:prstGeom prst="round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264" name="Graphic 263" descr="Man">
              <a:extLst>
                <a:ext uri="{FF2B5EF4-FFF2-40B4-BE49-F238E27FC236}">
                  <a16:creationId xmlns:a16="http://schemas.microsoft.com/office/drawing/2014/main" id="{239C4B9C-D79F-C999-7D8D-9CFDB19413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13790" y="1248998"/>
              <a:ext cx="914400" cy="914400"/>
            </a:xfrm>
            <a:prstGeom prst="rect">
              <a:avLst/>
            </a:prstGeom>
          </p:spPr>
        </p:pic>
        <p:sp>
          <p:nvSpPr>
            <p:cNvPr id="265" name="TextBox 264">
              <a:extLst>
                <a:ext uri="{FF2B5EF4-FFF2-40B4-BE49-F238E27FC236}">
                  <a16:creationId xmlns:a16="http://schemas.microsoft.com/office/drawing/2014/main" id="{3B089334-2975-E3F8-1DE3-20421CCBEE11}"/>
                </a:ext>
              </a:extLst>
            </p:cNvPr>
            <p:cNvSpPr txBox="1"/>
            <p:nvPr/>
          </p:nvSpPr>
          <p:spPr>
            <a:xfrm>
              <a:off x="10793822" y="2223567"/>
              <a:ext cx="497251" cy="369332"/>
            </a:xfrm>
            <a:prstGeom prst="rect">
              <a:avLst/>
            </a:prstGeom>
            <a:ln>
              <a:noFill/>
              <a:prstDash val="solid"/>
            </a:ln>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CI</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Users</a:t>
              </a:r>
            </a:p>
          </p:txBody>
        </p:sp>
      </p:grpSp>
      <p:cxnSp>
        <p:nvCxnSpPr>
          <p:cNvPr id="269" name="Straight Arrow Connector 12">
            <a:extLst>
              <a:ext uri="{FF2B5EF4-FFF2-40B4-BE49-F238E27FC236}">
                <a16:creationId xmlns:a16="http://schemas.microsoft.com/office/drawing/2014/main" id="{7D756182-FEEA-0292-023F-FD5E11EE7F50}"/>
              </a:ext>
            </a:extLst>
          </p:cNvPr>
          <p:cNvCxnSpPr>
            <a:cxnSpLocks/>
            <a:stCxn id="263" idx="1"/>
          </p:cNvCxnSpPr>
          <p:nvPr/>
        </p:nvCxnSpPr>
        <p:spPr>
          <a:xfrm rot="10800000" flipV="1">
            <a:off x="9267364" y="1705234"/>
            <a:ext cx="1645673" cy="633676"/>
          </a:xfrm>
          <a:prstGeom prst="bentConnector2">
            <a:avLst/>
          </a:prstGeom>
          <a:ln w="25400">
            <a:solidFill>
              <a:schemeClr val="accent4">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9DB8F1D-A4A2-E4DA-86CA-C3B0F97C5468}"/>
              </a:ext>
            </a:extLst>
          </p:cNvPr>
          <p:cNvGrpSpPr/>
          <p:nvPr/>
        </p:nvGrpSpPr>
        <p:grpSpPr>
          <a:xfrm>
            <a:off x="216696" y="871702"/>
            <a:ext cx="1271820" cy="1109768"/>
            <a:chOff x="938167" y="2582041"/>
            <a:chExt cx="1271820" cy="1109768"/>
          </a:xfrm>
        </p:grpSpPr>
        <p:sp>
          <p:nvSpPr>
            <p:cNvPr id="16" name="TextBox 15">
              <a:extLst>
                <a:ext uri="{FF2B5EF4-FFF2-40B4-BE49-F238E27FC236}">
                  <a16:creationId xmlns:a16="http://schemas.microsoft.com/office/drawing/2014/main" id="{9FC92329-64ED-4DBD-0D19-B39C912EA82F}"/>
                </a:ext>
              </a:extLst>
            </p:cNvPr>
            <p:cNvSpPr txBox="1"/>
            <p:nvPr/>
          </p:nvSpPr>
          <p:spPr>
            <a:xfrm>
              <a:off x="960783" y="3269260"/>
              <a:ext cx="1231076" cy="400110"/>
            </a:xfrm>
            <a:prstGeom prst="rect">
              <a:avLst/>
            </a:prstGeom>
          </p:spPr>
          <p:txBody>
            <a:bodyPr wrap="squar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Non-Snowflake Data</a:t>
              </a:r>
            </a:p>
          </p:txBody>
        </p:sp>
        <p:grpSp>
          <p:nvGrpSpPr>
            <p:cNvPr id="17" name="Group 16">
              <a:extLst>
                <a:ext uri="{FF2B5EF4-FFF2-40B4-BE49-F238E27FC236}">
                  <a16:creationId xmlns:a16="http://schemas.microsoft.com/office/drawing/2014/main" id="{E84EBBD6-3FE9-B326-FBC8-5FD5C2FD833C}"/>
                </a:ext>
              </a:extLst>
            </p:cNvPr>
            <p:cNvGrpSpPr/>
            <p:nvPr/>
          </p:nvGrpSpPr>
          <p:grpSpPr>
            <a:xfrm>
              <a:off x="938167" y="2582041"/>
              <a:ext cx="1271820" cy="1109768"/>
              <a:chOff x="10340910" y="2885340"/>
              <a:chExt cx="1467432" cy="1162395"/>
            </a:xfrm>
          </p:grpSpPr>
          <p:sp>
            <p:nvSpPr>
              <p:cNvPr id="18" name="Rectangle: Rounded Corners 17">
                <a:extLst>
                  <a:ext uri="{FF2B5EF4-FFF2-40B4-BE49-F238E27FC236}">
                    <a16:creationId xmlns:a16="http://schemas.microsoft.com/office/drawing/2014/main" id="{AE9CFB8C-D5E7-588C-4AEB-2BF4CDE2843E}"/>
                  </a:ext>
                </a:extLst>
              </p:cNvPr>
              <p:cNvSpPr/>
              <p:nvPr/>
            </p:nvSpPr>
            <p:spPr>
              <a:xfrm>
                <a:off x="10340910" y="2885340"/>
                <a:ext cx="1467432" cy="11623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nvGrpSpPr>
              <p:cNvPr id="19" name="Group 18">
                <a:extLst>
                  <a:ext uri="{FF2B5EF4-FFF2-40B4-BE49-F238E27FC236}">
                    <a16:creationId xmlns:a16="http://schemas.microsoft.com/office/drawing/2014/main" id="{59D37404-4472-8F05-C351-AE1EAA0951D2}"/>
                  </a:ext>
                </a:extLst>
              </p:cNvPr>
              <p:cNvGrpSpPr/>
              <p:nvPr/>
            </p:nvGrpSpPr>
            <p:grpSpPr>
              <a:xfrm>
                <a:off x="10546511" y="3139971"/>
                <a:ext cx="1089234" cy="406922"/>
                <a:chOff x="94228" y="4054669"/>
                <a:chExt cx="1327848" cy="496135"/>
              </a:xfrm>
            </p:grpSpPr>
            <p:grpSp>
              <p:nvGrpSpPr>
                <p:cNvPr id="20" name="Group 19">
                  <a:extLst>
                    <a:ext uri="{FF2B5EF4-FFF2-40B4-BE49-F238E27FC236}">
                      <a16:creationId xmlns:a16="http://schemas.microsoft.com/office/drawing/2014/main" id="{5F272012-CDAE-0960-B757-5E2D9A984DD5}"/>
                    </a:ext>
                  </a:extLst>
                </p:cNvPr>
                <p:cNvGrpSpPr/>
                <p:nvPr/>
              </p:nvGrpSpPr>
              <p:grpSpPr>
                <a:xfrm>
                  <a:off x="94228" y="4054675"/>
                  <a:ext cx="565043" cy="490321"/>
                  <a:chOff x="582887" y="2608469"/>
                  <a:chExt cx="565043" cy="490321"/>
                </a:xfrm>
              </p:grpSpPr>
              <p:grpSp>
                <p:nvGrpSpPr>
                  <p:cNvPr id="71" name="Group 70">
                    <a:extLst>
                      <a:ext uri="{FF2B5EF4-FFF2-40B4-BE49-F238E27FC236}">
                        <a16:creationId xmlns:a16="http://schemas.microsoft.com/office/drawing/2014/main" id="{0E8DD8EF-9309-5211-A518-6D8FE2BF1F03}"/>
                      </a:ext>
                    </a:extLst>
                  </p:cNvPr>
                  <p:cNvGrpSpPr/>
                  <p:nvPr/>
                </p:nvGrpSpPr>
                <p:grpSpPr>
                  <a:xfrm>
                    <a:off x="582887" y="2608469"/>
                    <a:ext cx="565043" cy="490321"/>
                    <a:chOff x="-2759707" y="1099472"/>
                    <a:chExt cx="7926138" cy="6799719"/>
                  </a:xfrm>
                </p:grpSpPr>
                <p:sp>
                  <p:nvSpPr>
                    <p:cNvPr id="140" name="Rectangle 317">
                      <a:extLst>
                        <a:ext uri="{FF2B5EF4-FFF2-40B4-BE49-F238E27FC236}">
                          <a16:creationId xmlns:a16="http://schemas.microsoft.com/office/drawing/2014/main" id="{2EF486FD-0CA1-F822-69D5-B66917D6E99D}"/>
                        </a:ext>
                      </a:extLst>
                    </p:cNvPr>
                    <p:cNvSpPr/>
                    <p:nvPr/>
                  </p:nvSpPr>
                  <p:spPr bwMode="auto">
                    <a:xfrm>
                      <a:off x="-1103536" y="6493184"/>
                      <a:ext cx="4613797" cy="1133081"/>
                    </a:xfrm>
                    <a:custGeom>
                      <a:avLst/>
                      <a:gdLst>
                        <a:gd name="connsiteX0" fmla="*/ 0 w 4983252"/>
                        <a:gd name="connsiteY0" fmla="*/ 0 h 1835045"/>
                        <a:gd name="connsiteX1" fmla="*/ 4983252 w 4983252"/>
                        <a:gd name="connsiteY1" fmla="*/ 0 h 1835045"/>
                        <a:gd name="connsiteX2" fmla="*/ 4983252 w 4983252"/>
                        <a:gd name="connsiteY2" fmla="*/ 1835045 h 1835045"/>
                        <a:gd name="connsiteX3" fmla="*/ 0 w 4983252"/>
                        <a:gd name="connsiteY3" fmla="*/ 1835045 h 1835045"/>
                        <a:gd name="connsiteX4" fmla="*/ 0 w 4983252"/>
                        <a:gd name="connsiteY4" fmla="*/ 0 h 1835045"/>
                        <a:gd name="connsiteX0" fmla="*/ 1339273 w 4983252"/>
                        <a:gd name="connsiteY0" fmla="*/ 36945 h 1835045"/>
                        <a:gd name="connsiteX1" fmla="*/ 4983252 w 4983252"/>
                        <a:gd name="connsiteY1" fmla="*/ 0 h 1835045"/>
                        <a:gd name="connsiteX2" fmla="*/ 4983252 w 4983252"/>
                        <a:gd name="connsiteY2" fmla="*/ 1835045 h 1835045"/>
                        <a:gd name="connsiteX3" fmla="*/ 0 w 4983252"/>
                        <a:gd name="connsiteY3" fmla="*/ 1835045 h 1835045"/>
                        <a:gd name="connsiteX4" fmla="*/ 1339273 w 4983252"/>
                        <a:gd name="connsiteY4" fmla="*/ 36945 h 1835045"/>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339273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339273 w 4983252"/>
                        <a:gd name="connsiteY4" fmla="*/ 0 h 1798100"/>
                        <a:gd name="connsiteX0" fmla="*/ 1625600 w 4983252"/>
                        <a:gd name="connsiteY0" fmla="*/ 0 h 1798100"/>
                        <a:gd name="connsiteX1" fmla="*/ 3228343 w 4983252"/>
                        <a:gd name="connsiteY1" fmla="*/ 1 h 1798100"/>
                        <a:gd name="connsiteX2" fmla="*/ 4983252 w 4983252"/>
                        <a:gd name="connsiteY2" fmla="*/ 1798100 h 1798100"/>
                        <a:gd name="connsiteX3" fmla="*/ 0 w 4983252"/>
                        <a:gd name="connsiteY3" fmla="*/ 1798100 h 1798100"/>
                        <a:gd name="connsiteX4" fmla="*/ 1625600 w 4983252"/>
                        <a:gd name="connsiteY4" fmla="*/ 0 h 1798100"/>
                        <a:gd name="connsiteX0" fmla="*/ 1625600 w 4983252"/>
                        <a:gd name="connsiteY0" fmla="*/ 0 h 1798100"/>
                        <a:gd name="connsiteX1" fmla="*/ 2997434 w 4983252"/>
                        <a:gd name="connsiteY1" fmla="*/ 1 h 1798100"/>
                        <a:gd name="connsiteX2" fmla="*/ 4983252 w 4983252"/>
                        <a:gd name="connsiteY2" fmla="*/ 1798100 h 1798100"/>
                        <a:gd name="connsiteX3" fmla="*/ 0 w 4983252"/>
                        <a:gd name="connsiteY3" fmla="*/ 1798100 h 1798100"/>
                        <a:gd name="connsiteX4" fmla="*/ 1625600 w 4983252"/>
                        <a:gd name="connsiteY4" fmla="*/ 0 h 1798100"/>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625600 w 4983252"/>
                        <a:gd name="connsiteY0" fmla="*/ 9235 h 1807335"/>
                        <a:gd name="connsiteX1" fmla="*/ 3209870 w 4983252"/>
                        <a:gd name="connsiteY1" fmla="*/ 0 h 1807335"/>
                        <a:gd name="connsiteX2" fmla="*/ 4983252 w 4983252"/>
                        <a:gd name="connsiteY2" fmla="*/ 1807335 h 1807335"/>
                        <a:gd name="connsiteX3" fmla="*/ 0 w 4983252"/>
                        <a:gd name="connsiteY3" fmla="*/ 1807335 h 1807335"/>
                        <a:gd name="connsiteX4" fmla="*/ 1625600 w 4983252"/>
                        <a:gd name="connsiteY4" fmla="*/ 9235 h 1807335"/>
                        <a:gd name="connsiteX0" fmla="*/ 1431636 w 4983252"/>
                        <a:gd name="connsiteY0" fmla="*/ 369454 h 1807335"/>
                        <a:gd name="connsiteX1" fmla="*/ 3209870 w 4983252"/>
                        <a:gd name="connsiteY1" fmla="*/ 0 h 1807335"/>
                        <a:gd name="connsiteX2" fmla="*/ 4983252 w 4983252"/>
                        <a:gd name="connsiteY2" fmla="*/ 1807335 h 1807335"/>
                        <a:gd name="connsiteX3" fmla="*/ 0 w 4983252"/>
                        <a:gd name="connsiteY3" fmla="*/ 1807335 h 1807335"/>
                        <a:gd name="connsiteX4" fmla="*/ 1431636 w 4983252"/>
                        <a:gd name="connsiteY4" fmla="*/ 369454 h 1807335"/>
                        <a:gd name="connsiteX0" fmla="*/ 1431636 w 4983252"/>
                        <a:gd name="connsiteY0" fmla="*/ 0 h 1437881"/>
                        <a:gd name="connsiteX1" fmla="*/ 3551615 w 4983252"/>
                        <a:gd name="connsiteY1" fmla="*/ 1 h 1437881"/>
                        <a:gd name="connsiteX2" fmla="*/ 4983252 w 4983252"/>
                        <a:gd name="connsiteY2" fmla="*/ 1437881 h 1437881"/>
                        <a:gd name="connsiteX3" fmla="*/ 0 w 4983252"/>
                        <a:gd name="connsiteY3" fmla="*/ 1437881 h 1437881"/>
                        <a:gd name="connsiteX4" fmla="*/ 1431636 w 4983252"/>
                        <a:gd name="connsiteY4" fmla="*/ 0 h 1437881"/>
                        <a:gd name="connsiteX0" fmla="*/ 1431636 w 4983252"/>
                        <a:gd name="connsiteY0" fmla="*/ 0 h 1437881"/>
                        <a:gd name="connsiteX1" fmla="*/ 3662452 w 4983252"/>
                        <a:gd name="connsiteY1" fmla="*/ 36947 h 1437881"/>
                        <a:gd name="connsiteX2" fmla="*/ 4983252 w 4983252"/>
                        <a:gd name="connsiteY2" fmla="*/ 1437881 h 1437881"/>
                        <a:gd name="connsiteX3" fmla="*/ 0 w 4983252"/>
                        <a:gd name="connsiteY3" fmla="*/ 1437881 h 1437881"/>
                        <a:gd name="connsiteX4" fmla="*/ 1431636 w 4983252"/>
                        <a:gd name="connsiteY4" fmla="*/ 0 h 1437881"/>
                        <a:gd name="connsiteX0" fmla="*/ 1219200 w 4770816"/>
                        <a:gd name="connsiteY0" fmla="*/ 0 h 1437881"/>
                        <a:gd name="connsiteX1" fmla="*/ 3450016 w 4770816"/>
                        <a:gd name="connsiteY1" fmla="*/ 36947 h 1437881"/>
                        <a:gd name="connsiteX2" fmla="*/ 4770816 w 4770816"/>
                        <a:gd name="connsiteY2" fmla="*/ 1437881 h 1437881"/>
                        <a:gd name="connsiteX3" fmla="*/ 0 w 4770816"/>
                        <a:gd name="connsiteY3" fmla="*/ 1133081 h 1437881"/>
                        <a:gd name="connsiteX4" fmla="*/ 1219200 w 4770816"/>
                        <a:gd name="connsiteY4" fmla="*/ 0 h 1437881"/>
                        <a:gd name="connsiteX0" fmla="*/ 1219200 w 4632270"/>
                        <a:gd name="connsiteY0" fmla="*/ 0 h 1133081"/>
                        <a:gd name="connsiteX1" fmla="*/ 3450016 w 4632270"/>
                        <a:gd name="connsiteY1" fmla="*/ 36947 h 1133081"/>
                        <a:gd name="connsiteX2" fmla="*/ 4632270 w 4632270"/>
                        <a:gd name="connsiteY2" fmla="*/ 1105372 h 1133081"/>
                        <a:gd name="connsiteX3" fmla="*/ 0 w 4632270"/>
                        <a:gd name="connsiteY3" fmla="*/ 1133081 h 1133081"/>
                        <a:gd name="connsiteX4" fmla="*/ 1219200 w 4632270"/>
                        <a:gd name="connsiteY4" fmla="*/ 0 h 1133081"/>
                        <a:gd name="connsiteX0" fmla="*/ 1219200 w 4623033"/>
                        <a:gd name="connsiteY0" fmla="*/ 0 h 1170027"/>
                        <a:gd name="connsiteX1" fmla="*/ 3450016 w 4623033"/>
                        <a:gd name="connsiteY1" fmla="*/ 36947 h 1170027"/>
                        <a:gd name="connsiteX2" fmla="*/ 4623033 w 4623033"/>
                        <a:gd name="connsiteY2" fmla="*/ 1170027 h 1170027"/>
                        <a:gd name="connsiteX3" fmla="*/ 0 w 4623033"/>
                        <a:gd name="connsiteY3" fmla="*/ 1133081 h 1170027"/>
                        <a:gd name="connsiteX4" fmla="*/ 1219200 w 4623033"/>
                        <a:gd name="connsiteY4" fmla="*/ 0 h 1170027"/>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40780 w 4613797"/>
                        <a:gd name="connsiteY1" fmla="*/ 36947 h 1188499"/>
                        <a:gd name="connsiteX2" fmla="*/ 4613797 w 4613797"/>
                        <a:gd name="connsiteY2" fmla="*/ 1170027 h 1188499"/>
                        <a:gd name="connsiteX3" fmla="*/ 0 w 4613797"/>
                        <a:gd name="connsiteY3" fmla="*/ 1188499 h 1188499"/>
                        <a:gd name="connsiteX4" fmla="*/ 1209964 w 4613797"/>
                        <a:gd name="connsiteY4" fmla="*/ 0 h 1188499"/>
                        <a:gd name="connsiteX0" fmla="*/ 1209964 w 4613797"/>
                        <a:gd name="connsiteY0" fmla="*/ 0 h 1188499"/>
                        <a:gd name="connsiteX1" fmla="*/ 3450017 w 4613797"/>
                        <a:gd name="connsiteY1" fmla="*/ 55420 h 1188499"/>
                        <a:gd name="connsiteX2" fmla="*/ 4613797 w 4613797"/>
                        <a:gd name="connsiteY2" fmla="*/ 1170027 h 1188499"/>
                        <a:gd name="connsiteX3" fmla="*/ 0 w 4613797"/>
                        <a:gd name="connsiteY3" fmla="*/ 1188499 h 1188499"/>
                        <a:gd name="connsiteX4" fmla="*/ 1209964 w 4613797"/>
                        <a:gd name="connsiteY4" fmla="*/ 0 h 1188499"/>
                        <a:gd name="connsiteX0" fmla="*/ 1200728 w 4613797"/>
                        <a:gd name="connsiteY0" fmla="*/ 0 h 1133081"/>
                        <a:gd name="connsiteX1" fmla="*/ 3450017 w 4613797"/>
                        <a:gd name="connsiteY1" fmla="*/ 2 h 1133081"/>
                        <a:gd name="connsiteX2" fmla="*/ 4613797 w 4613797"/>
                        <a:gd name="connsiteY2" fmla="*/ 1114609 h 1133081"/>
                        <a:gd name="connsiteX3" fmla="*/ 0 w 4613797"/>
                        <a:gd name="connsiteY3" fmla="*/ 1133081 h 1133081"/>
                        <a:gd name="connsiteX4" fmla="*/ 1200728 w 4613797"/>
                        <a:gd name="connsiteY4" fmla="*/ 0 h 1133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3797" h="1133081">
                          <a:moveTo>
                            <a:pt x="1200728" y="0"/>
                          </a:moveTo>
                          <a:lnTo>
                            <a:pt x="3450017" y="2"/>
                          </a:lnTo>
                          <a:cubicBezTo>
                            <a:pt x="3268369" y="617841"/>
                            <a:pt x="2948172" y="1023243"/>
                            <a:pt x="4613797" y="1114609"/>
                          </a:cubicBezTo>
                          <a:lnTo>
                            <a:pt x="0" y="1133081"/>
                          </a:lnTo>
                          <a:cubicBezTo>
                            <a:pt x="1453187" y="1087896"/>
                            <a:pt x="1456267" y="654785"/>
                            <a:pt x="1200728" y="0"/>
                          </a:cubicBezTo>
                          <a:close/>
                        </a:path>
                      </a:pathLst>
                    </a:custGeom>
                    <a:solidFill>
                      <a:srgbClr val="7C7C7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7" name="Rounded Rectangle 439">
                      <a:extLst>
                        <a:ext uri="{FF2B5EF4-FFF2-40B4-BE49-F238E27FC236}">
                          <a16:creationId xmlns:a16="http://schemas.microsoft.com/office/drawing/2014/main" id="{7CBDEE2E-3D6A-B407-EE21-6971BEEDF797}"/>
                        </a:ext>
                      </a:extLst>
                    </p:cNvPr>
                    <p:cNvSpPr/>
                    <p:nvPr/>
                  </p:nvSpPr>
                  <p:spPr bwMode="auto">
                    <a:xfrm>
                      <a:off x="-2759707" y="1099472"/>
                      <a:ext cx="7926138" cy="5508726"/>
                    </a:xfrm>
                    <a:prstGeom prst="roundRect">
                      <a:avLst>
                        <a:gd name="adj" fmla="val 8482"/>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8" name="Rectangle 147">
                      <a:extLst>
                        <a:ext uri="{FF2B5EF4-FFF2-40B4-BE49-F238E27FC236}">
                          <a16:creationId xmlns:a16="http://schemas.microsoft.com/office/drawing/2014/main" id="{58129102-6C7B-27D8-2F0F-6049811A2383}"/>
                        </a:ext>
                      </a:extLst>
                    </p:cNvPr>
                    <p:cNvSpPr/>
                    <p:nvPr/>
                  </p:nvSpPr>
                  <p:spPr bwMode="auto">
                    <a:xfrm>
                      <a:off x="-2133716" y="1626275"/>
                      <a:ext cx="6674136" cy="4361524"/>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149" name="Rectangle 148">
                      <a:extLst>
                        <a:ext uri="{FF2B5EF4-FFF2-40B4-BE49-F238E27FC236}">
                          <a16:creationId xmlns:a16="http://schemas.microsoft.com/office/drawing/2014/main" id="{F314A362-9B4B-F4DD-5DEA-EF88713DE6DF}"/>
                        </a:ext>
                      </a:extLst>
                    </p:cNvPr>
                    <p:cNvSpPr/>
                    <p:nvPr/>
                  </p:nvSpPr>
                  <p:spPr bwMode="auto">
                    <a:xfrm>
                      <a:off x="-1332157" y="7460659"/>
                      <a:ext cx="5071038" cy="438532"/>
                    </a:xfrm>
                    <a:prstGeom prst="rect">
                      <a:avLst/>
                    </a:prstGeom>
                    <a:solidFill>
                      <a:srgbClr val="A3A4A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136" name="Freeform 5">
                    <a:extLst>
                      <a:ext uri="{FF2B5EF4-FFF2-40B4-BE49-F238E27FC236}">
                        <a16:creationId xmlns:a16="http://schemas.microsoft.com/office/drawing/2014/main" id="{18DBF035-DDC2-6433-4D15-7D8FB938D42E}"/>
                      </a:ext>
                    </a:extLst>
                  </p:cNvPr>
                  <p:cNvSpPr>
                    <a:spLocks/>
                  </p:cNvSpPr>
                  <p:nvPr/>
                </p:nvSpPr>
                <p:spPr bwMode="auto">
                  <a:xfrm>
                    <a:off x="721671" y="2654378"/>
                    <a:ext cx="287501" cy="280651"/>
                  </a:xfrm>
                  <a:custGeom>
                    <a:avLst/>
                    <a:gdLst>
                      <a:gd name="T0" fmla="*/ 0 w 252"/>
                      <a:gd name="T1" fmla="*/ 0 h 246"/>
                      <a:gd name="T2" fmla="*/ 0 w 252"/>
                      <a:gd name="T3" fmla="*/ 246 h 246"/>
                      <a:gd name="T4" fmla="*/ 252 w 252"/>
                      <a:gd name="T5" fmla="*/ 246 h 246"/>
                    </a:gdLst>
                    <a:ahLst/>
                    <a:cxnLst>
                      <a:cxn ang="0">
                        <a:pos x="T0" y="T1"/>
                      </a:cxn>
                      <a:cxn ang="0">
                        <a:pos x="T2" y="T3"/>
                      </a:cxn>
                      <a:cxn ang="0">
                        <a:pos x="T4" y="T5"/>
                      </a:cxn>
                    </a:cxnLst>
                    <a:rect l="0" t="0" r="r" b="b"/>
                    <a:pathLst>
                      <a:path w="252" h="246">
                        <a:moveTo>
                          <a:pt x="0" y="0"/>
                        </a:moveTo>
                        <a:lnTo>
                          <a:pt x="0" y="246"/>
                        </a:lnTo>
                        <a:lnTo>
                          <a:pt x="252" y="246"/>
                        </a:lnTo>
                      </a:path>
                    </a:pathLst>
                  </a:cu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7" name="Rectangle 6">
                    <a:extLst>
                      <a:ext uri="{FF2B5EF4-FFF2-40B4-BE49-F238E27FC236}">
                        <a16:creationId xmlns:a16="http://schemas.microsoft.com/office/drawing/2014/main" id="{3386CC46-AF0E-ECC2-78DB-2BFEE5CEF308}"/>
                      </a:ext>
                    </a:extLst>
                  </p:cNvPr>
                  <p:cNvSpPr>
                    <a:spLocks noChangeArrowheads="1"/>
                  </p:cNvSpPr>
                  <p:nvPr/>
                </p:nvSpPr>
                <p:spPr bwMode="auto">
                  <a:xfrm>
                    <a:off x="767306" y="2814098"/>
                    <a:ext cx="36508" cy="120931"/>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8" name="Rectangle 7">
                    <a:extLst>
                      <a:ext uri="{FF2B5EF4-FFF2-40B4-BE49-F238E27FC236}">
                        <a16:creationId xmlns:a16="http://schemas.microsoft.com/office/drawing/2014/main" id="{208FD4C2-F63A-4C80-68D5-2F78E7731880}"/>
                      </a:ext>
                    </a:extLst>
                  </p:cNvPr>
                  <p:cNvSpPr>
                    <a:spLocks noChangeArrowheads="1"/>
                  </p:cNvSpPr>
                  <p:nvPr/>
                </p:nvSpPr>
                <p:spPr bwMode="auto">
                  <a:xfrm>
                    <a:off x="839181" y="2707998"/>
                    <a:ext cx="37649" cy="227031"/>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sp>
                <p:nvSpPr>
                  <p:cNvPr id="139" name="Rectangle 8">
                    <a:extLst>
                      <a:ext uri="{FF2B5EF4-FFF2-40B4-BE49-F238E27FC236}">
                        <a16:creationId xmlns:a16="http://schemas.microsoft.com/office/drawing/2014/main" id="{9DA15E37-4F1C-C606-B41B-FA84F3CDD456}"/>
                      </a:ext>
                    </a:extLst>
                  </p:cNvPr>
                  <p:cNvSpPr>
                    <a:spLocks noChangeArrowheads="1"/>
                  </p:cNvSpPr>
                  <p:nvPr/>
                </p:nvSpPr>
                <p:spPr bwMode="auto">
                  <a:xfrm>
                    <a:off x="912197" y="2754773"/>
                    <a:ext cx="37649" cy="180256"/>
                  </a:xfrm>
                  <a:prstGeom prst="rect">
                    <a:avLst/>
                  </a:prstGeom>
                  <a:noFill/>
                  <a:ln w="12700" cap="flat">
                    <a:solidFill>
                      <a:schemeClr val="bg1"/>
                    </a:solidFill>
                    <a:prstDash val="solid"/>
                    <a:miter lim="800000"/>
                    <a:headEnd/>
                    <a:tailEnd/>
                  </a:ln>
                </p:spPr>
                <p:txBody>
                  <a:bodyPr vert="horz" wrap="square" lIns="72421" tIns="36211" rIns="72421" bIns="36211"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962" b="0" i="0" u="none" strike="noStrike" kern="0" cap="none" spc="0" normalizeH="0" baseline="0" noProof="0">
                      <a:ln>
                        <a:noFill/>
                      </a:ln>
                      <a:solidFill>
                        <a:srgbClr val="505050"/>
                      </a:solidFill>
                      <a:effectLst/>
                      <a:uLnTx/>
                      <a:uFillTx/>
                      <a:latin typeface="Segoe UI Semilight"/>
                      <a:ea typeface="+mn-ea"/>
                      <a:cs typeface="+mn-cs"/>
                    </a:endParaRPr>
                  </a:p>
                </p:txBody>
              </p:sp>
            </p:grpSp>
            <p:grpSp>
              <p:nvGrpSpPr>
                <p:cNvPr id="21" name="Group 20">
                  <a:extLst>
                    <a:ext uri="{FF2B5EF4-FFF2-40B4-BE49-F238E27FC236}">
                      <a16:creationId xmlns:a16="http://schemas.microsoft.com/office/drawing/2014/main" id="{C5EF7C97-D7AD-08E4-7F32-1D932622214C}"/>
                    </a:ext>
                  </a:extLst>
                </p:cNvPr>
                <p:cNvGrpSpPr/>
                <p:nvPr/>
              </p:nvGrpSpPr>
              <p:grpSpPr>
                <a:xfrm>
                  <a:off x="833546" y="4054669"/>
                  <a:ext cx="588530" cy="496135"/>
                  <a:chOff x="493618" y="3055539"/>
                  <a:chExt cx="716256" cy="603807"/>
                </a:xfrm>
              </p:grpSpPr>
              <p:grpSp>
                <p:nvGrpSpPr>
                  <p:cNvPr id="22" name="Group 21">
                    <a:extLst>
                      <a:ext uri="{FF2B5EF4-FFF2-40B4-BE49-F238E27FC236}">
                        <a16:creationId xmlns:a16="http://schemas.microsoft.com/office/drawing/2014/main" id="{14A04BE9-F002-AF78-D198-B1186454E306}"/>
                      </a:ext>
                    </a:extLst>
                  </p:cNvPr>
                  <p:cNvGrpSpPr/>
                  <p:nvPr/>
                </p:nvGrpSpPr>
                <p:grpSpPr>
                  <a:xfrm>
                    <a:off x="796699" y="3403695"/>
                    <a:ext cx="413175" cy="253655"/>
                    <a:chOff x="-655566" y="3895060"/>
                    <a:chExt cx="761727" cy="430956"/>
                  </a:xfrm>
                </p:grpSpPr>
                <p:grpSp>
                  <p:nvGrpSpPr>
                    <p:cNvPr id="55" name="Group 54">
                      <a:extLst>
                        <a:ext uri="{FF2B5EF4-FFF2-40B4-BE49-F238E27FC236}">
                          <a16:creationId xmlns:a16="http://schemas.microsoft.com/office/drawing/2014/main" id="{0B398AB3-C426-B417-728F-BBE3C8BF8AF7}"/>
                        </a:ext>
                      </a:extLst>
                    </p:cNvPr>
                    <p:cNvGrpSpPr/>
                    <p:nvPr/>
                  </p:nvGrpSpPr>
                  <p:grpSpPr>
                    <a:xfrm>
                      <a:off x="-655566" y="3895060"/>
                      <a:ext cx="761727" cy="430956"/>
                      <a:chOff x="10867216" y="6204939"/>
                      <a:chExt cx="791499" cy="447800"/>
                    </a:xfrm>
                  </p:grpSpPr>
                  <p:sp>
                    <p:nvSpPr>
                      <p:cNvPr id="64" name="Round Same Side Corner Rectangle 206">
                        <a:extLst>
                          <a:ext uri="{FF2B5EF4-FFF2-40B4-BE49-F238E27FC236}">
                            <a16:creationId xmlns:a16="http://schemas.microsoft.com/office/drawing/2014/main" id="{DEB00496-73B2-1EDE-B393-01540EF9D5C4}"/>
                          </a:ext>
                        </a:extLst>
                      </p:cNvPr>
                      <p:cNvSpPr/>
                      <p:nvPr/>
                    </p:nvSpPr>
                    <p:spPr bwMode="auto">
                      <a:xfrm>
                        <a:off x="10867216" y="6613795"/>
                        <a:ext cx="791499" cy="19313"/>
                      </a:xfrm>
                      <a:prstGeom prst="round2SameRect">
                        <a:avLst>
                          <a:gd name="adj1" fmla="val 16667"/>
                          <a:gd name="adj2" fmla="val 50000"/>
                        </a:avLst>
                      </a:prstGeom>
                      <a:solidFill>
                        <a:srgbClr val="CBCBC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nvGrpSpPr>
                      <p:cNvPr id="65" name="Group 64">
                        <a:extLst>
                          <a:ext uri="{FF2B5EF4-FFF2-40B4-BE49-F238E27FC236}">
                            <a16:creationId xmlns:a16="http://schemas.microsoft.com/office/drawing/2014/main" id="{EC1F19A2-6037-BF30-1A16-060586C555A9}"/>
                          </a:ext>
                        </a:extLst>
                      </p:cNvPr>
                      <p:cNvGrpSpPr/>
                      <p:nvPr/>
                    </p:nvGrpSpPr>
                    <p:grpSpPr>
                      <a:xfrm>
                        <a:off x="10924674" y="6204939"/>
                        <a:ext cx="676584" cy="420187"/>
                        <a:chOff x="10924674" y="6204939"/>
                        <a:chExt cx="676584" cy="420187"/>
                      </a:xfrm>
                    </p:grpSpPr>
                    <p:grpSp>
                      <p:nvGrpSpPr>
                        <p:cNvPr id="67" name="Group 66">
                          <a:extLst>
                            <a:ext uri="{FF2B5EF4-FFF2-40B4-BE49-F238E27FC236}">
                              <a16:creationId xmlns:a16="http://schemas.microsoft.com/office/drawing/2014/main" id="{AAB2BD64-B3F9-8C08-14F1-228A46267AEE}"/>
                            </a:ext>
                          </a:extLst>
                        </p:cNvPr>
                        <p:cNvGrpSpPr/>
                        <p:nvPr/>
                      </p:nvGrpSpPr>
                      <p:grpSpPr>
                        <a:xfrm>
                          <a:off x="10924674" y="6204939"/>
                          <a:ext cx="676584" cy="406447"/>
                          <a:chOff x="15402433" y="3770727"/>
                          <a:chExt cx="3379343" cy="2030084"/>
                        </a:xfrm>
                      </p:grpSpPr>
                      <p:sp>
                        <p:nvSpPr>
                          <p:cNvPr id="69" name="Round Same Side Corner Rectangle 211">
                            <a:extLst>
                              <a:ext uri="{FF2B5EF4-FFF2-40B4-BE49-F238E27FC236}">
                                <a16:creationId xmlns:a16="http://schemas.microsoft.com/office/drawing/2014/main" id="{A806FB92-4132-0D1B-67F6-7E186372A877}"/>
                              </a:ext>
                            </a:extLst>
                          </p:cNvPr>
                          <p:cNvSpPr/>
                          <p:nvPr/>
                        </p:nvSpPr>
                        <p:spPr bwMode="auto">
                          <a:xfrm>
                            <a:off x="15402433" y="3770727"/>
                            <a:ext cx="3379343" cy="2030084"/>
                          </a:xfrm>
                          <a:prstGeom prst="round2SameRect">
                            <a:avLst>
                              <a:gd name="adj1" fmla="val 6117"/>
                              <a:gd name="adj2" fmla="val 0"/>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70" name="Rectangle 69">
                            <a:extLst>
                              <a:ext uri="{FF2B5EF4-FFF2-40B4-BE49-F238E27FC236}">
                                <a16:creationId xmlns:a16="http://schemas.microsoft.com/office/drawing/2014/main" id="{929DA405-7561-61B4-3F56-3042073F5DCA}"/>
                              </a:ext>
                            </a:extLst>
                          </p:cNvPr>
                          <p:cNvSpPr/>
                          <p:nvPr/>
                        </p:nvSpPr>
                        <p:spPr bwMode="auto">
                          <a:xfrm>
                            <a:off x="15577629" y="3912794"/>
                            <a:ext cx="3028950" cy="17577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68" name="Round Same Side Corner Rectangle 210">
                          <a:extLst>
                            <a:ext uri="{FF2B5EF4-FFF2-40B4-BE49-F238E27FC236}">
                              <a16:creationId xmlns:a16="http://schemas.microsoft.com/office/drawing/2014/main" id="{0DCE01E5-54AE-ED32-A1CA-1C9401DDD34D}"/>
                            </a:ext>
                          </a:extLst>
                        </p:cNvPr>
                        <p:cNvSpPr/>
                        <p:nvPr/>
                      </p:nvSpPr>
                      <p:spPr bwMode="auto">
                        <a:xfrm>
                          <a:off x="11200006" y="6613796"/>
                          <a:ext cx="125920" cy="11330"/>
                        </a:xfrm>
                        <a:prstGeom prst="round2SameRect">
                          <a:avLst>
                            <a:gd name="adj1" fmla="val 0"/>
                            <a:gd name="adj2" fmla="val 500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66" name="Round Same Side Corner Rectangle 139">
                        <a:extLst>
                          <a:ext uri="{FF2B5EF4-FFF2-40B4-BE49-F238E27FC236}">
                            <a16:creationId xmlns:a16="http://schemas.microsoft.com/office/drawing/2014/main" id="{81834682-A2AB-835C-FBB1-C65F2EAD490E}"/>
                          </a:ext>
                        </a:extLst>
                      </p:cNvPr>
                      <p:cNvSpPr/>
                      <p:nvPr/>
                    </p:nvSpPr>
                    <p:spPr bwMode="auto">
                      <a:xfrm>
                        <a:off x="10871098" y="6632155"/>
                        <a:ext cx="784941" cy="20584"/>
                      </a:xfrm>
                      <a:custGeom>
                        <a:avLst/>
                        <a:gdLst>
                          <a:gd name="connsiteX0" fmla="*/ 16077 w 3953311"/>
                          <a:gd name="connsiteY0" fmla="*/ 0 h 96463"/>
                          <a:gd name="connsiteX1" fmla="*/ 3937234 w 3953311"/>
                          <a:gd name="connsiteY1" fmla="*/ 0 h 96463"/>
                          <a:gd name="connsiteX2" fmla="*/ 3953311 w 3953311"/>
                          <a:gd name="connsiteY2" fmla="*/ 16077 h 96463"/>
                          <a:gd name="connsiteX3" fmla="*/ 3953311 w 3953311"/>
                          <a:gd name="connsiteY3" fmla="*/ 48232 h 96463"/>
                          <a:gd name="connsiteX4" fmla="*/ 3905079 w 3953311"/>
                          <a:gd name="connsiteY4" fmla="*/ 96464 h 96463"/>
                          <a:gd name="connsiteX5" fmla="*/ 48232 w 3953311"/>
                          <a:gd name="connsiteY5" fmla="*/ 96463 h 96463"/>
                          <a:gd name="connsiteX6" fmla="*/ 0 w 3953311"/>
                          <a:gd name="connsiteY6" fmla="*/ 48231 h 96463"/>
                          <a:gd name="connsiteX7" fmla="*/ 0 w 3953311"/>
                          <a:gd name="connsiteY7" fmla="*/ 16077 h 96463"/>
                          <a:gd name="connsiteX8" fmla="*/ 16077 w 3953311"/>
                          <a:gd name="connsiteY8" fmla="*/ 0 h 96463"/>
                          <a:gd name="connsiteX0" fmla="*/ 16077 w 3953311"/>
                          <a:gd name="connsiteY0" fmla="*/ 0 h 96464"/>
                          <a:gd name="connsiteX1" fmla="*/ 3937234 w 3953311"/>
                          <a:gd name="connsiteY1" fmla="*/ 0 h 96464"/>
                          <a:gd name="connsiteX2" fmla="*/ 3953311 w 3953311"/>
                          <a:gd name="connsiteY2" fmla="*/ 16077 h 96464"/>
                          <a:gd name="connsiteX3" fmla="*/ 3953311 w 3953311"/>
                          <a:gd name="connsiteY3" fmla="*/ 48232 h 96464"/>
                          <a:gd name="connsiteX4" fmla="*/ 3905079 w 3953311"/>
                          <a:gd name="connsiteY4" fmla="*/ 96464 h 96464"/>
                          <a:gd name="connsiteX5" fmla="*/ 145069 w 3953311"/>
                          <a:gd name="connsiteY5" fmla="*/ 91701 h 96464"/>
                          <a:gd name="connsiteX6" fmla="*/ 0 w 3953311"/>
                          <a:gd name="connsiteY6" fmla="*/ 48231 h 96464"/>
                          <a:gd name="connsiteX7" fmla="*/ 0 w 3953311"/>
                          <a:gd name="connsiteY7" fmla="*/ 16077 h 96464"/>
                          <a:gd name="connsiteX8" fmla="*/ 16077 w 3953311"/>
                          <a:gd name="connsiteY8" fmla="*/ 0 h 96464"/>
                          <a:gd name="connsiteX0" fmla="*/ 197402 w 4134636"/>
                          <a:gd name="connsiteY0" fmla="*/ 0 h 96464"/>
                          <a:gd name="connsiteX1" fmla="*/ 4118559 w 4134636"/>
                          <a:gd name="connsiteY1" fmla="*/ 0 h 96464"/>
                          <a:gd name="connsiteX2" fmla="*/ 4134636 w 4134636"/>
                          <a:gd name="connsiteY2" fmla="*/ 16077 h 96464"/>
                          <a:gd name="connsiteX3" fmla="*/ 4134636 w 4134636"/>
                          <a:gd name="connsiteY3" fmla="*/ 48232 h 96464"/>
                          <a:gd name="connsiteX4" fmla="*/ 4086404 w 4134636"/>
                          <a:gd name="connsiteY4" fmla="*/ 96464 h 96464"/>
                          <a:gd name="connsiteX5" fmla="*/ 326394 w 4134636"/>
                          <a:gd name="connsiteY5" fmla="*/ 91701 h 96464"/>
                          <a:gd name="connsiteX6" fmla="*/ 181325 w 4134636"/>
                          <a:gd name="connsiteY6" fmla="*/ 16077 h 96464"/>
                          <a:gd name="connsiteX7" fmla="*/ 197402 w 4134636"/>
                          <a:gd name="connsiteY7" fmla="*/ 0 h 96464"/>
                          <a:gd name="connsiteX0" fmla="*/ 419838 w 4357072"/>
                          <a:gd name="connsiteY0" fmla="*/ 0 h 96464"/>
                          <a:gd name="connsiteX1" fmla="*/ 4340995 w 4357072"/>
                          <a:gd name="connsiteY1" fmla="*/ 0 h 96464"/>
                          <a:gd name="connsiteX2" fmla="*/ 4357072 w 4357072"/>
                          <a:gd name="connsiteY2" fmla="*/ 16077 h 96464"/>
                          <a:gd name="connsiteX3" fmla="*/ 4357072 w 4357072"/>
                          <a:gd name="connsiteY3" fmla="*/ 48232 h 96464"/>
                          <a:gd name="connsiteX4" fmla="*/ 4308840 w 4357072"/>
                          <a:gd name="connsiteY4" fmla="*/ 96464 h 96464"/>
                          <a:gd name="connsiteX5" fmla="*/ 548830 w 4357072"/>
                          <a:gd name="connsiteY5" fmla="*/ 91701 h 96464"/>
                          <a:gd name="connsiteX6" fmla="*/ 419838 w 4357072"/>
                          <a:gd name="connsiteY6" fmla="*/ 0 h 96464"/>
                          <a:gd name="connsiteX0" fmla="*/ 268467 w 4205701"/>
                          <a:gd name="connsiteY0" fmla="*/ 0 h 96464"/>
                          <a:gd name="connsiteX1" fmla="*/ 4189624 w 4205701"/>
                          <a:gd name="connsiteY1" fmla="*/ 0 h 96464"/>
                          <a:gd name="connsiteX2" fmla="*/ 4205701 w 4205701"/>
                          <a:gd name="connsiteY2" fmla="*/ 16077 h 96464"/>
                          <a:gd name="connsiteX3" fmla="*/ 4205701 w 4205701"/>
                          <a:gd name="connsiteY3" fmla="*/ 48232 h 96464"/>
                          <a:gd name="connsiteX4" fmla="*/ 4157469 w 4205701"/>
                          <a:gd name="connsiteY4" fmla="*/ 96464 h 96464"/>
                          <a:gd name="connsiteX5" fmla="*/ 397459 w 4205701"/>
                          <a:gd name="connsiteY5" fmla="*/ 91701 h 96464"/>
                          <a:gd name="connsiteX6" fmla="*/ 268467 w 4205701"/>
                          <a:gd name="connsiteY6" fmla="*/ 0 h 96464"/>
                          <a:gd name="connsiteX0" fmla="*/ 21813 w 3959047"/>
                          <a:gd name="connsiteY0" fmla="*/ 0 h 96464"/>
                          <a:gd name="connsiteX1" fmla="*/ 3942970 w 3959047"/>
                          <a:gd name="connsiteY1" fmla="*/ 0 h 96464"/>
                          <a:gd name="connsiteX2" fmla="*/ 3959047 w 3959047"/>
                          <a:gd name="connsiteY2" fmla="*/ 16077 h 96464"/>
                          <a:gd name="connsiteX3" fmla="*/ 3959047 w 3959047"/>
                          <a:gd name="connsiteY3" fmla="*/ 48232 h 96464"/>
                          <a:gd name="connsiteX4" fmla="*/ 3910815 w 3959047"/>
                          <a:gd name="connsiteY4" fmla="*/ 96464 h 96464"/>
                          <a:gd name="connsiteX5" fmla="*/ 150805 w 3959047"/>
                          <a:gd name="connsiteY5" fmla="*/ 91701 h 96464"/>
                          <a:gd name="connsiteX6" fmla="*/ 21813 w 3959047"/>
                          <a:gd name="connsiteY6" fmla="*/ 0 h 96464"/>
                          <a:gd name="connsiteX0" fmla="*/ 0 w 3937234"/>
                          <a:gd name="connsiteY0" fmla="*/ 0 h 96464"/>
                          <a:gd name="connsiteX1" fmla="*/ 3921157 w 3937234"/>
                          <a:gd name="connsiteY1" fmla="*/ 0 h 96464"/>
                          <a:gd name="connsiteX2" fmla="*/ 3937234 w 3937234"/>
                          <a:gd name="connsiteY2" fmla="*/ 16077 h 96464"/>
                          <a:gd name="connsiteX3" fmla="*/ 3937234 w 3937234"/>
                          <a:gd name="connsiteY3" fmla="*/ 48232 h 96464"/>
                          <a:gd name="connsiteX4" fmla="*/ 3889002 w 3937234"/>
                          <a:gd name="connsiteY4" fmla="*/ 96464 h 96464"/>
                          <a:gd name="connsiteX5" fmla="*/ 128992 w 3937234"/>
                          <a:gd name="connsiteY5" fmla="*/ 91701 h 96464"/>
                          <a:gd name="connsiteX6" fmla="*/ 0 w 3937234"/>
                          <a:gd name="connsiteY6" fmla="*/ 0 h 96464"/>
                          <a:gd name="connsiteX0" fmla="*/ 159187 w 4124996"/>
                          <a:gd name="connsiteY0" fmla="*/ 0 h 96464"/>
                          <a:gd name="connsiteX1" fmla="*/ 4108919 w 4124996"/>
                          <a:gd name="connsiteY1" fmla="*/ 0 h 96464"/>
                          <a:gd name="connsiteX2" fmla="*/ 4124996 w 4124996"/>
                          <a:gd name="connsiteY2" fmla="*/ 16077 h 96464"/>
                          <a:gd name="connsiteX3" fmla="*/ 4124996 w 4124996"/>
                          <a:gd name="connsiteY3" fmla="*/ 48232 h 96464"/>
                          <a:gd name="connsiteX4" fmla="*/ 4076764 w 4124996"/>
                          <a:gd name="connsiteY4" fmla="*/ 96464 h 96464"/>
                          <a:gd name="connsiteX5" fmla="*/ 316754 w 4124996"/>
                          <a:gd name="connsiteY5" fmla="*/ 91701 h 96464"/>
                          <a:gd name="connsiteX6" fmla="*/ 159187 w 4124996"/>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65809 w 3965809"/>
                          <a:gd name="connsiteY3" fmla="*/ 48232 h 96464"/>
                          <a:gd name="connsiteX4" fmla="*/ 3917577 w 3965809"/>
                          <a:gd name="connsiteY4" fmla="*/ 96464 h 96464"/>
                          <a:gd name="connsiteX5" fmla="*/ 157567 w 3965809"/>
                          <a:gd name="connsiteY5" fmla="*/ 91701 h 96464"/>
                          <a:gd name="connsiteX6" fmla="*/ 0 w 3965809"/>
                          <a:gd name="connsiteY6" fmla="*/ 0 h 96464"/>
                          <a:gd name="connsiteX0" fmla="*/ 0 w 3965809"/>
                          <a:gd name="connsiteY0" fmla="*/ 0 h 96464"/>
                          <a:gd name="connsiteX1" fmla="*/ 3949732 w 3965809"/>
                          <a:gd name="connsiteY1" fmla="*/ 0 h 96464"/>
                          <a:gd name="connsiteX2" fmla="*/ 3965809 w 3965809"/>
                          <a:gd name="connsiteY2" fmla="*/ 16077 h 96464"/>
                          <a:gd name="connsiteX3" fmla="*/ 3917577 w 3965809"/>
                          <a:gd name="connsiteY3" fmla="*/ 96464 h 96464"/>
                          <a:gd name="connsiteX4" fmla="*/ 157567 w 3965809"/>
                          <a:gd name="connsiteY4" fmla="*/ 91701 h 96464"/>
                          <a:gd name="connsiteX5" fmla="*/ 0 w 3965809"/>
                          <a:gd name="connsiteY5" fmla="*/ 0 h 96464"/>
                          <a:gd name="connsiteX0" fmla="*/ 0 w 4416042"/>
                          <a:gd name="connsiteY0" fmla="*/ 0 h 96464"/>
                          <a:gd name="connsiteX1" fmla="*/ 3949732 w 4416042"/>
                          <a:gd name="connsiteY1" fmla="*/ 0 h 96464"/>
                          <a:gd name="connsiteX2" fmla="*/ 3917577 w 4416042"/>
                          <a:gd name="connsiteY2" fmla="*/ 96464 h 96464"/>
                          <a:gd name="connsiteX3" fmla="*/ 157567 w 4416042"/>
                          <a:gd name="connsiteY3" fmla="*/ 91701 h 96464"/>
                          <a:gd name="connsiteX4" fmla="*/ 0 w 4416042"/>
                          <a:gd name="connsiteY4" fmla="*/ 0 h 96464"/>
                          <a:gd name="connsiteX0" fmla="*/ 0 w 4235248"/>
                          <a:gd name="connsiteY0" fmla="*/ 0 h 96464"/>
                          <a:gd name="connsiteX1" fmla="*/ 3949732 w 4235248"/>
                          <a:gd name="connsiteY1" fmla="*/ 0 h 96464"/>
                          <a:gd name="connsiteX2" fmla="*/ 3917577 w 4235248"/>
                          <a:gd name="connsiteY2" fmla="*/ 96464 h 96464"/>
                          <a:gd name="connsiteX3" fmla="*/ 157567 w 4235248"/>
                          <a:gd name="connsiteY3" fmla="*/ 91701 h 96464"/>
                          <a:gd name="connsiteX4" fmla="*/ 0 w 4235248"/>
                          <a:gd name="connsiteY4" fmla="*/ 0 h 96464"/>
                          <a:gd name="connsiteX0" fmla="*/ 0 w 4211511"/>
                          <a:gd name="connsiteY0" fmla="*/ 0 h 96464"/>
                          <a:gd name="connsiteX1" fmla="*/ 3949732 w 4211511"/>
                          <a:gd name="connsiteY1" fmla="*/ 0 h 96464"/>
                          <a:gd name="connsiteX2" fmla="*/ 3814389 w 4211511"/>
                          <a:gd name="connsiteY2" fmla="*/ 96464 h 96464"/>
                          <a:gd name="connsiteX3" fmla="*/ 157567 w 4211511"/>
                          <a:gd name="connsiteY3" fmla="*/ 91701 h 96464"/>
                          <a:gd name="connsiteX4" fmla="*/ 0 w 4211511"/>
                          <a:gd name="connsiteY4" fmla="*/ 0 h 96464"/>
                          <a:gd name="connsiteX0" fmla="*/ 0 w 3949892"/>
                          <a:gd name="connsiteY0" fmla="*/ 0 h 96464"/>
                          <a:gd name="connsiteX1" fmla="*/ 3949732 w 3949892"/>
                          <a:gd name="connsiteY1" fmla="*/ 0 h 96464"/>
                          <a:gd name="connsiteX2" fmla="*/ 3814389 w 3949892"/>
                          <a:gd name="connsiteY2" fmla="*/ 96464 h 96464"/>
                          <a:gd name="connsiteX3" fmla="*/ 157567 w 3949892"/>
                          <a:gd name="connsiteY3" fmla="*/ 91701 h 96464"/>
                          <a:gd name="connsiteX4" fmla="*/ 0 w 3949892"/>
                          <a:gd name="connsiteY4" fmla="*/ 0 h 96464"/>
                          <a:gd name="connsiteX0" fmla="*/ 0 w 3950482"/>
                          <a:gd name="connsiteY0" fmla="*/ 0 h 98214"/>
                          <a:gd name="connsiteX1" fmla="*/ 3949732 w 3950482"/>
                          <a:gd name="connsiteY1" fmla="*/ 0 h 98214"/>
                          <a:gd name="connsiteX2" fmla="*/ 3814389 w 3950482"/>
                          <a:gd name="connsiteY2" fmla="*/ 96464 h 98214"/>
                          <a:gd name="connsiteX3" fmla="*/ 157567 w 3950482"/>
                          <a:gd name="connsiteY3" fmla="*/ 91701 h 98214"/>
                          <a:gd name="connsiteX4" fmla="*/ 0 w 3950482"/>
                          <a:gd name="connsiteY4" fmla="*/ 0 h 98214"/>
                          <a:gd name="connsiteX0" fmla="*/ 0 w 3954882"/>
                          <a:gd name="connsiteY0" fmla="*/ 0 h 98214"/>
                          <a:gd name="connsiteX1" fmla="*/ 3949732 w 3954882"/>
                          <a:gd name="connsiteY1" fmla="*/ 0 h 98214"/>
                          <a:gd name="connsiteX2" fmla="*/ 3814389 w 3954882"/>
                          <a:gd name="connsiteY2" fmla="*/ 96464 h 98214"/>
                          <a:gd name="connsiteX3" fmla="*/ 157567 w 3954882"/>
                          <a:gd name="connsiteY3" fmla="*/ 91701 h 98214"/>
                          <a:gd name="connsiteX4" fmla="*/ 0 w 3954882"/>
                          <a:gd name="connsiteY4" fmla="*/ 0 h 98214"/>
                          <a:gd name="connsiteX0" fmla="*/ 0 w 4140719"/>
                          <a:gd name="connsiteY0" fmla="*/ 4763 h 107592"/>
                          <a:gd name="connsiteX1" fmla="*/ 3949732 w 4140719"/>
                          <a:gd name="connsiteY1" fmla="*/ 0 h 107592"/>
                          <a:gd name="connsiteX2" fmla="*/ 3814389 w 4140719"/>
                          <a:gd name="connsiteY2" fmla="*/ 101227 h 107592"/>
                          <a:gd name="connsiteX3" fmla="*/ 157567 w 4140719"/>
                          <a:gd name="connsiteY3" fmla="*/ 96464 h 107592"/>
                          <a:gd name="connsiteX4" fmla="*/ 0 w 4140719"/>
                          <a:gd name="connsiteY4" fmla="*/ 4763 h 107592"/>
                          <a:gd name="connsiteX0" fmla="*/ 0 w 4140719"/>
                          <a:gd name="connsiteY0" fmla="*/ 4763 h 101342"/>
                          <a:gd name="connsiteX1" fmla="*/ 3949732 w 4140719"/>
                          <a:gd name="connsiteY1" fmla="*/ 0 h 101342"/>
                          <a:gd name="connsiteX2" fmla="*/ 3814389 w 4140719"/>
                          <a:gd name="connsiteY2" fmla="*/ 101227 h 101342"/>
                          <a:gd name="connsiteX3" fmla="*/ 157567 w 4140719"/>
                          <a:gd name="connsiteY3" fmla="*/ 96464 h 101342"/>
                          <a:gd name="connsiteX4" fmla="*/ 0 w 4140719"/>
                          <a:gd name="connsiteY4" fmla="*/ 4763 h 101342"/>
                          <a:gd name="connsiteX0" fmla="*/ 0 w 3967861"/>
                          <a:gd name="connsiteY0" fmla="*/ 4763 h 102812"/>
                          <a:gd name="connsiteX1" fmla="*/ 3949732 w 3967861"/>
                          <a:gd name="connsiteY1" fmla="*/ 0 h 102812"/>
                          <a:gd name="connsiteX2" fmla="*/ 3814389 w 3967861"/>
                          <a:gd name="connsiteY2" fmla="*/ 101227 h 102812"/>
                          <a:gd name="connsiteX3" fmla="*/ 157567 w 3967861"/>
                          <a:gd name="connsiteY3" fmla="*/ 96464 h 102812"/>
                          <a:gd name="connsiteX4" fmla="*/ 0 w 3967861"/>
                          <a:gd name="connsiteY4" fmla="*/ 4763 h 102812"/>
                          <a:gd name="connsiteX0" fmla="*/ 0 w 3952514"/>
                          <a:gd name="connsiteY0" fmla="*/ 4763 h 102812"/>
                          <a:gd name="connsiteX1" fmla="*/ 3949732 w 3952514"/>
                          <a:gd name="connsiteY1" fmla="*/ 0 h 102812"/>
                          <a:gd name="connsiteX2" fmla="*/ 3814389 w 3952514"/>
                          <a:gd name="connsiteY2" fmla="*/ 101227 h 102812"/>
                          <a:gd name="connsiteX3" fmla="*/ 157567 w 3952514"/>
                          <a:gd name="connsiteY3" fmla="*/ 96464 h 102812"/>
                          <a:gd name="connsiteX4" fmla="*/ 0 w 3952514"/>
                          <a:gd name="connsiteY4" fmla="*/ 4763 h 102812"/>
                          <a:gd name="connsiteX0" fmla="*/ 0 w 3953541"/>
                          <a:gd name="connsiteY0" fmla="*/ 4763 h 102812"/>
                          <a:gd name="connsiteX1" fmla="*/ 3949732 w 3953541"/>
                          <a:gd name="connsiteY1" fmla="*/ 0 h 102812"/>
                          <a:gd name="connsiteX2" fmla="*/ 3814389 w 3953541"/>
                          <a:gd name="connsiteY2" fmla="*/ 101227 h 102812"/>
                          <a:gd name="connsiteX3" fmla="*/ 157567 w 3953541"/>
                          <a:gd name="connsiteY3" fmla="*/ 96464 h 102812"/>
                          <a:gd name="connsiteX4" fmla="*/ 0 w 3953541"/>
                          <a:gd name="connsiteY4" fmla="*/ 4763 h 102812"/>
                          <a:gd name="connsiteX0" fmla="*/ 0 w 3953541"/>
                          <a:gd name="connsiteY0" fmla="*/ 4763 h 102812"/>
                          <a:gd name="connsiteX1" fmla="*/ 3949732 w 3953541"/>
                          <a:gd name="connsiteY1" fmla="*/ 0 h 102812"/>
                          <a:gd name="connsiteX2" fmla="*/ 3814389 w 3953541"/>
                          <a:gd name="connsiteY2" fmla="*/ 101227 h 102812"/>
                          <a:gd name="connsiteX3" fmla="*/ 157567 w 3953541"/>
                          <a:gd name="connsiteY3" fmla="*/ 96464 h 102812"/>
                          <a:gd name="connsiteX4" fmla="*/ 0 w 3953541"/>
                          <a:gd name="connsiteY4" fmla="*/ 4763 h 102812"/>
                          <a:gd name="connsiteX0" fmla="*/ 0 w 3949732"/>
                          <a:gd name="connsiteY0" fmla="*/ 4763 h 102812"/>
                          <a:gd name="connsiteX1" fmla="*/ 3949732 w 3949732"/>
                          <a:gd name="connsiteY1" fmla="*/ 0 h 102812"/>
                          <a:gd name="connsiteX2" fmla="*/ 3814389 w 3949732"/>
                          <a:gd name="connsiteY2" fmla="*/ 101227 h 102812"/>
                          <a:gd name="connsiteX3" fmla="*/ 157567 w 3949732"/>
                          <a:gd name="connsiteY3" fmla="*/ 96464 h 102812"/>
                          <a:gd name="connsiteX4" fmla="*/ 0 w 3949732"/>
                          <a:gd name="connsiteY4" fmla="*/ 4763 h 102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732" h="102812">
                            <a:moveTo>
                              <a:pt x="0" y="4763"/>
                            </a:moveTo>
                            <a:lnTo>
                              <a:pt x="3949732" y="0"/>
                            </a:lnTo>
                            <a:cubicBezTo>
                              <a:pt x="3921269" y="49415"/>
                              <a:pt x="3912223" y="77600"/>
                              <a:pt x="3814389" y="101227"/>
                            </a:cubicBezTo>
                            <a:cubicBezTo>
                              <a:pt x="3615749" y="106192"/>
                              <a:pt x="1376508" y="98052"/>
                              <a:pt x="157567" y="96464"/>
                            </a:cubicBezTo>
                            <a:cubicBezTo>
                              <a:pt x="43858" y="72838"/>
                              <a:pt x="2971" y="13695"/>
                              <a:pt x="0" y="4763"/>
                            </a:cubicBezTo>
                            <a:close/>
                          </a:path>
                        </a:pathLst>
                      </a:cu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nvGrpSpPr>
                    <p:cNvPr id="56" name="Group 55">
                      <a:extLst>
                        <a:ext uri="{FF2B5EF4-FFF2-40B4-BE49-F238E27FC236}">
                          <a16:creationId xmlns:a16="http://schemas.microsoft.com/office/drawing/2014/main" id="{7B1878CF-D5FF-A5B3-9C13-607743B4507D}"/>
                        </a:ext>
                      </a:extLst>
                    </p:cNvPr>
                    <p:cNvGrpSpPr/>
                    <p:nvPr/>
                  </p:nvGrpSpPr>
                  <p:grpSpPr>
                    <a:xfrm>
                      <a:off x="-571796" y="3917872"/>
                      <a:ext cx="588901" cy="343249"/>
                      <a:chOff x="11780774" y="6292409"/>
                      <a:chExt cx="518383" cy="373899"/>
                    </a:xfrm>
                  </p:grpSpPr>
                  <p:sp>
                    <p:nvSpPr>
                      <p:cNvPr id="57" name="Rectangle 56">
                        <a:extLst>
                          <a:ext uri="{FF2B5EF4-FFF2-40B4-BE49-F238E27FC236}">
                            <a16:creationId xmlns:a16="http://schemas.microsoft.com/office/drawing/2014/main" id="{56313C27-0386-31C2-8753-978C17CEAD0E}"/>
                          </a:ext>
                        </a:extLst>
                      </p:cNvPr>
                      <p:cNvSpPr/>
                      <p:nvPr/>
                    </p:nvSpPr>
                    <p:spPr bwMode="auto">
                      <a:xfrm>
                        <a:off x="11780775" y="6292409"/>
                        <a:ext cx="518382" cy="373899"/>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C3BF293A-4FC1-9F08-94FB-FFB230DB9437}"/>
                          </a:ext>
                        </a:extLst>
                      </p:cNvPr>
                      <p:cNvSpPr/>
                      <p:nvPr/>
                    </p:nvSpPr>
                    <p:spPr bwMode="auto">
                      <a:xfrm>
                        <a:off x="12007522" y="6336305"/>
                        <a:ext cx="291635" cy="317699"/>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9" name="Rectangle 58">
                        <a:extLst>
                          <a:ext uri="{FF2B5EF4-FFF2-40B4-BE49-F238E27FC236}">
                            <a16:creationId xmlns:a16="http://schemas.microsoft.com/office/drawing/2014/main" id="{74E5345F-A1F3-ED1D-DCB2-C7A8A3C7AC35}"/>
                          </a:ext>
                        </a:extLst>
                      </p:cNvPr>
                      <p:cNvSpPr/>
                      <p:nvPr/>
                    </p:nvSpPr>
                    <p:spPr bwMode="auto">
                      <a:xfrm>
                        <a:off x="11780775" y="6292410"/>
                        <a:ext cx="518382" cy="84822"/>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0" name="Rectangle 59">
                        <a:extLst>
                          <a:ext uri="{FF2B5EF4-FFF2-40B4-BE49-F238E27FC236}">
                            <a16:creationId xmlns:a16="http://schemas.microsoft.com/office/drawing/2014/main" id="{FB870F4C-1851-D55A-CF99-DECB81147E66}"/>
                          </a:ext>
                        </a:extLst>
                      </p:cNvPr>
                      <p:cNvSpPr/>
                      <p:nvPr/>
                    </p:nvSpPr>
                    <p:spPr bwMode="auto">
                      <a:xfrm>
                        <a:off x="11780774" y="6427712"/>
                        <a:ext cx="231247" cy="49801"/>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1" name="Rounded Rectangle 203">
                        <a:extLst>
                          <a:ext uri="{FF2B5EF4-FFF2-40B4-BE49-F238E27FC236}">
                            <a16:creationId xmlns:a16="http://schemas.microsoft.com/office/drawing/2014/main" id="{5F05FE13-7677-6675-7D2E-21406756B260}"/>
                          </a:ext>
                        </a:extLst>
                      </p:cNvPr>
                      <p:cNvSpPr/>
                      <p:nvPr/>
                    </p:nvSpPr>
                    <p:spPr bwMode="auto">
                      <a:xfrm>
                        <a:off x="12023779" y="6427712"/>
                        <a:ext cx="210879"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2" name="Rounded Rectangle 204">
                        <a:extLst>
                          <a:ext uri="{FF2B5EF4-FFF2-40B4-BE49-F238E27FC236}">
                            <a16:creationId xmlns:a16="http://schemas.microsoft.com/office/drawing/2014/main" id="{3C99002E-265C-2D06-0D56-F56175E3843B}"/>
                          </a:ext>
                        </a:extLst>
                      </p:cNvPr>
                      <p:cNvSpPr/>
                      <p:nvPr/>
                    </p:nvSpPr>
                    <p:spPr bwMode="auto">
                      <a:xfrm>
                        <a:off x="12023779" y="6482254"/>
                        <a:ext cx="210879"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63" name="Rounded Rectangle 205">
                        <a:extLst>
                          <a:ext uri="{FF2B5EF4-FFF2-40B4-BE49-F238E27FC236}">
                            <a16:creationId xmlns:a16="http://schemas.microsoft.com/office/drawing/2014/main" id="{3A861BA9-8B6A-290E-06C3-00E9882AC4EA}"/>
                          </a:ext>
                        </a:extLst>
                      </p:cNvPr>
                      <p:cNvSpPr/>
                      <p:nvPr/>
                    </p:nvSpPr>
                    <p:spPr bwMode="auto">
                      <a:xfrm>
                        <a:off x="12013407" y="6541679"/>
                        <a:ext cx="148745"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nvGrpSpPr>
                  <p:cNvPr id="23" name="Group 22">
                    <a:extLst>
                      <a:ext uri="{FF2B5EF4-FFF2-40B4-BE49-F238E27FC236}">
                        <a16:creationId xmlns:a16="http://schemas.microsoft.com/office/drawing/2014/main" id="{732DC92D-53C7-BC3A-2DD3-01C27D67593A}"/>
                      </a:ext>
                    </a:extLst>
                  </p:cNvPr>
                  <p:cNvGrpSpPr/>
                  <p:nvPr/>
                </p:nvGrpSpPr>
                <p:grpSpPr>
                  <a:xfrm>
                    <a:off x="959876" y="3055539"/>
                    <a:ext cx="217476" cy="328227"/>
                    <a:chOff x="-296232" y="3492539"/>
                    <a:chExt cx="211588" cy="319339"/>
                  </a:xfrm>
                </p:grpSpPr>
                <p:sp>
                  <p:nvSpPr>
                    <p:cNvPr id="45" name="Rounded Rectangle 182">
                      <a:extLst>
                        <a:ext uri="{FF2B5EF4-FFF2-40B4-BE49-F238E27FC236}">
                          <a16:creationId xmlns:a16="http://schemas.microsoft.com/office/drawing/2014/main" id="{7F3C0D02-BF51-B425-7360-4910913264B1}"/>
                        </a:ext>
                      </a:extLst>
                    </p:cNvPr>
                    <p:cNvSpPr/>
                    <p:nvPr/>
                  </p:nvSpPr>
                  <p:spPr>
                    <a:xfrm>
                      <a:off x="-296232" y="3492539"/>
                      <a:ext cx="211588" cy="319339"/>
                    </a:xfrm>
                    <a:prstGeom prst="roundRect">
                      <a:avLst>
                        <a:gd name="adj" fmla="val 6467"/>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6" tIns="46618" rIns="46618" bIns="93236" numCol="1" spcCol="0" rtlCol="0" fromWordArt="0" anchor="b" anchorCtr="0" forceAA="0" compatLnSpc="1">
                      <a:prstTxWarp prst="textNoShape">
                        <a:avLst/>
                      </a:prstTxWarp>
                      <a:noAutofit/>
                    </a:bodyPr>
                    <a:lstStyle/>
                    <a:p>
                      <a:pPr marL="0" marR="0" lvl="0" indent="0" algn="ctr" defTabSz="950557" rtl="0" eaLnBrk="1" fontAlgn="base" latinLnBrk="0" hangingPunct="1">
                        <a:lnSpc>
                          <a:spcPct val="100000"/>
                        </a:lnSpc>
                        <a:spcBef>
                          <a:spcPct val="0"/>
                        </a:spcBef>
                        <a:spcAft>
                          <a:spcPct val="0"/>
                        </a:spcAft>
                        <a:buClrTx/>
                        <a:buSzTx/>
                        <a:buFontTx/>
                        <a:buNone/>
                        <a:tabLst/>
                        <a:defRPr/>
                      </a:pPr>
                      <a:endParaRPr kumimoji="0" lang="en-US" sz="1872" b="0" i="0" u="none" strike="noStrike" kern="0" cap="none" spc="-52"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46" name="Oval 45">
                      <a:extLst>
                        <a:ext uri="{FF2B5EF4-FFF2-40B4-BE49-F238E27FC236}">
                          <a16:creationId xmlns:a16="http://schemas.microsoft.com/office/drawing/2014/main" id="{F4B7D692-B165-A82E-A051-0C15A655EE54}"/>
                        </a:ext>
                      </a:extLst>
                    </p:cNvPr>
                    <p:cNvSpPr/>
                    <p:nvPr/>
                  </p:nvSpPr>
                  <p:spPr>
                    <a:xfrm>
                      <a:off x="-204881" y="3775409"/>
                      <a:ext cx="28885" cy="28113"/>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47" name="Rounded Rectangle 184">
                      <a:extLst>
                        <a:ext uri="{FF2B5EF4-FFF2-40B4-BE49-F238E27FC236}">
                          <a16:creationId xmlns:a16="http://schemas.microsoft.com/office/drawing/2014/main" id="{D0758CA0-D1E0-1A26-6F57-AE969FA703F7}"/>
                        </a:ext>
                      </a:extLst>
                    </p:cNvPr>
                    <p:cNvSpPr/>
                    <p:nvPr/>
                  </p:nvSpPr>
                  <p:spPr>
                    <a:xfrm>
                      <a:off x="-228162" y="3504194"/>
                      <a:ext cx="75447" cy="9371"/>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grpSp>
                  <p:nvGrpSpPr>
                    <p:cNvPr id="48" name="Group 47">
                      <a:extLst>
                        <a:ext uri="{FF2B5EF4-FFF2-40B4-BE49-F238E27FC236}">
                          <a16:creationId xmlns:a16="http://schemas.microsoft.com/office/drawing/2014/main" id="{4ECC213E-3A63-F254-D2C4-0DDB46F41AC6}"/>
                        </a:ext>
                      </a:extLst>
                    </p:cNvPr>
                    <p:cNvGrpSpPr/>
                    <p:nvPr/>
                  </p:nvGrpSpPr>
                  <p:grpSpPr>
                    <a:xfrm>
                      <a:off x="-267082" y="3531358"/>
                      <a:ext cx="152122" cy="225695"/>
                      <a:chOff x="11279466" y="5630123"/>
                      <a:chExt cx="137117" cy="225695"/>
                    </a:xfrm>
                  </p:grpSpPr>
                  <p:sp>
                    <p:nvSpPr>
                      <p:cNvPr id="49" name="Rectangle 48">
                        <a:extLst>
                          <a:ext uri="{FF2B5EF4-FFF2-40B4-BE49-F238E27FC236}">
                            <a16:creationId xmlns:a16="http://schemas.microsoft.com/office/drawing/2014/main" id="{51B52F22-DDAE-0E41-3737-9F315B420A8F}"/>
                          </a:ext>
                        </a:extLst>
                      </p:cNvPr>
                      <p:cNvSpPr/>
                      <p:nvPr/>
                    </p:nvSpPr>
                    <p:spPr bwMode="auto">
                      <a:xfrm>
                        <a:off x="11279466" y="5630123"/>
                        <a:ext cx="137117" cy="225695"/>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0" name="Rectangle 49">
                        <a:extLst>
                          <a:ext uri="{FF2B5EF4-FFF2-40B4-BE49-F238E27FC236}">
                            <a16:creationId xmlns:a16="http://schemas.microsoft.com/office/drawing/2014/main" id="{E1DECDC4-760E-474C-FB4B-B6D63894D14F}"/>
                          </a:ext>
                        </a:extLst>
                      </p:cNvPr>
                      <p:cNvSpPr/>
                      <p:nvPr/>
                    </p:nvSpPr>
                    <p:spPr bwMode="auto">
                      <a:xfrm>
                        <a:off x="11279466" y="5630123"/>
                        <a:ext cx="137117" cy="45719"/>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1" name="Rounded Rectangle 195">
                        <a:extLst>
                          <a:ext uri="{FF2B5EF4-FFF2-40B4-BE49-F238E27FC236}">
                            <a16:creationId xmlns:a16="http://schemas.microsoft.com/office/drawing/2014/main" id="{065539F5-C1B7-88B6-E6EC-4607C113A336}"/>
                          </a:ext>
                        </a:extLst>
                      </p:cNvPr>
                      <p:cNvSpPr/>
                      <p:nvPr/>
                    </p:nvSpPr>
                    <p:spPr bwMode="auto">
                      <a:xfrm>
                        <a:off x="11281571" y="5786471"/>
                        <a:ext cx="135012"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2" name="Rounded Rectangle 196">
                        <a:extLst>
                          <a:ext uri="{FF2B5EF4-FFF2-40B4-BE49-F238E27FC236}">
                            <a16:creationId xmlns:a16="http://schemas.microsoft.com/office/drawing/2014/main" id="{AC50E679-DB40-EB2B-2D1F-F2C36EACE5C5}"/>
                          </a:ext>
                        </a:extLst>
                      </p:cNvPr>
                      <p:cNvSpPr/>
                      <p:nvPr/>
                    </p:nvSpPr>
                    <p:spPr bwMode="auto">
                      <a:xfrm>
                        <a:off x="11281572" y="5817696"/>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3" name="Rounded Rectangle 197">
                        <a:extLst>
                          <a:ext uri="{FF2B5EF4-FFF2-40B4-BE49-F238E27FC236}">
                            <a16:creationId xmlns:a16="http://schemas.microsoft.com/office/drawing/2014/main" id="{690D917B-A6F4-E3E7-243D-C3EBAA8A25E7}"/>
                          </a:ext>
                        </a:extLst>
                      </p:cNvPr>
                      <p:cNvSpPr/>
                      <p:nvPr/>
                    </p:nvSpPr>
                    <p:spPr bwMode="auto">
                      <a:xfrm>
                        <a:off x="11281572" y="5745403"/>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54" name="Rounded Rectangle 198">
                        <a:extLst>
                          <a:ext uri="{FF2B5EF4-FFF2-40B4-BE49-F238E27FC236}">
                            <a16:creationId xmlns:a16="http://schemas.microsoft.com/office/drawing/2014/main" id="{CA707B89-FB86-08F7-355E-49602844E378}"/>
                          </a:ext>
                        </a:extLst>
                      </p:cNvPr>
                      <p:cNvSpPr/>
                      <p:nvPr/>
                    </p:nvSpPr>
                    <p:spPr bwMode="auto">
                      <a:xfrm>
                        <a:off x="11281572" y="5711088"/>
                        <a:ext cx="135011" cy="17577"/>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nvGrpSpPr>
                  <p:cNvPr id="24" name="Group 23">
                    <a:extLst>
                      <a:ext uri="{FF2B5EF4-FFF2-40B4-BE49-F238E27FC236}">
                        <a16:creationId xmlns:a16="http://schemas.microsoft.com/office/drawing/2014/main" id="{4C8C66DF-B6A5-50BC-8D67-CEFB51319828}"/>
                      </a:ext>
                    </a:extLst>
                  </p:cNvPr>
                  <p:cNvGrpSpPr/>
                  <p:nvPr/>
                </p:nvGrpSpPr>
                <p:grpSpPr>
                  <a:xfrm>
                    <a:off x="505834" y="3069727"/>
                    <a:ext cx="408640" cy="294744"/>
                    <a:chOff x="505834" y="3069727"/>
                    <a:chExt cx="408640" cy="294744"/>
                  </a:xfrm>
                </p:grpSpPr>
                <p:sp>
                  <p:nvSpPr>
                    <p:cNvPr id="38" name="Rectangle 37">
                      <a:extLst>
                        <a:ext uri="{FF2B5EF4-FFF2-40B4-BE49-F238E27FC236}">
                          <a16:creationId xmlns:a16="http://schemas.microsoft.com/office/drawing/2014/main" id="{F5450CE0-131A-82AF-933A-08BC47CA2621}"/>
                        </a:ext>
                      </a:extLst>
                    </p:cNvPr>
                    <p:cNvSpPr/>
                    <p:nvPr/>
                  </p:nvSpPr>
                  <p:spPr bwMode="auto">
                    <a:xfrm>
                      <a:off x="505834" y="3069727"/>
                      <a:ext cx="408640" cy="29474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9" name="Rectangle 38">
                      <a:extLst>
                        <a:ext uri="{FF2B5EF4-FFF2-40B4-BE49-F238E27FC236}">
                          <a16:creationId xmlns:a16="http://schemas.microsoft.com/office/drawing/2014/main" id="{511D8F1C-67BF-F9FD-24EC-524E6F8BAB79}"/>
                        </a:ext>
                      </a:extLst>
                    </p:cNvPr>
                    <p:cNvSpPr/>
                    <p:nvPr/>
                  </p:nvSpPr>
                  <p:spPr bwMode="auto">
                    <a:xfrm>
                      <a:off x="646207" y="3104329"/>
                      <a:ext cx="268267" cy="250441"/>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0" name="Rectangle 39">
                      <a:extLst>
                        <a:ext uri="{FF2B5EF4-FFF2-40B4-BE49-F238E27FC236}">
                          <a16:creationId xmlns:a16="http://schemas.microsoft.com/office/drawing/2014/main" id="{78D31C5B-4570-9D41-009C-FAD5EFE4B5DB}"/>
                        </a:ext>
                      </a:extLst>
                    </p:cNvPr>
                    <p:cNvSpPr/>
                    <p:nvPr/>
                  </p:nvSpPr>
                  <p:spPr bwMode="auto">
                    <a:xfrm>
                      <a:off x="505834" y="3069728"/>
                      <a:ext cx="408640" cy="66865"/>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1" name="Rectangle 40">
                      <a:extLst>
                        <a:ext uri="{FF2B5EF4-FFF2-40B4-BE49-F238E27FC236}">
                          <a16:creationId xmlns:a16="http://schemas.microsoft.com/office/drawing/2014/main" id="{0194DD1B-7176-381C-6805-B68D4FE8C896}"/>
                        </a:ext>
                      </a:extLst>
                    </p:cNvPr>
                    <p:cNvSpPr/>
                    <p:nvPr/>
                  </p:nvSpPr>
                  <p:spPr bwMode="auto">
                    <a:xfrm>
                      <a:off x="505834" y="3176386"/>
                      <a:ext cx="140372" cy="35978"/>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2" name="Rounded Rectangle 176">
                      <a:extLst>
                        <a:ext uri="{FF2B5EF4-FFF2-40B4-BE49-F238E27FC236}">
                          <a16:creationId xmlns:a16="http://schemas.microsoft.com/office/drawing/2014/main" id="{D94DF793-2E08-D8ED-2E99-D0CFB45897BE}"/>
                        </a:ext>
                      </a:extLst>
                    </p:cNvPr>
                    <p:cNvSpPr/>
                    <p:nvPr/>
                  </p:nvSpPr>
                  <p:spPr bwMode="auto">
                    <a:xfrm>
                      <a:off x="669648" y="3176386"/>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3" name="Rounded Rectangle 177">
                      <a:extLst>
                        <a:ext uri="{FF2B5EF4-FFF2-40B4-BE49-F238E27FC236}">
                          <a16:creationId xmlns:a16="http://schemas.microsoft.com/office/drawing/2014/main" id="{58082429-4782-FF02-F935-8ED25F2BF320}"/>
                        </a:ext>
                      </a:extLst>
                    </p:cNvPr>
                    <p:cNvSpPr/>
                    <p:nvPr/>
                  </p:nvSpPr>
                  <p:spPr bwMode="auto">
                    <a:xfrm>
                      <a:off x="669647" y="3219381"/>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44" name="Rounded Rectangle 178">
                      <a:extLst>
                        <a:ext uri="{FF2B5EF4-FFF2-40B4-BE49-F238E27FC236}">
                          <a16:creationId xmlns:a16="http://schemas.microsoft.com/office/drawing/2014/main" id="{F9486E38-0D82-A590-DB69-93FF8C18CD62}"/>
                        </a:ext>
                      </a:extLst>
                    </p:cNvPr>
                    <p:cNvSpPr/>
                    <p:nvPr/>
                  </p:nvSpPr>
                  <p:spPr bwMode="auto">
                    <a:xfrm>
                      <a:off x="669648" y="3266226"/>
                      <a:ext cx="136825"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sp>
                <p:nvSpPr>
                  <p:cNvPr id="25" name="Freeform 179">
                    <a:extLst>
                      <a:ext uri="{FF2B5EF4-FFF2-40B4-BE49-F238E27FC236}">
                        <a16:creationId xmlns:a16="http://schemas.microsoft.com/office/drawing/2014/main" id="{AB77E4CC-8C66-6D5A-DE4E-E16F05C6E7F6}"/>
                      </a:ext>
                    </a:extLst>
                  </p:cNvPr>
                  <p:cNvSpPr/>
                  <p:nvPr/>
                </p:nvSpPr>
                <p:spPr bwMode="auto">
                  <a:xfrm>
                    <a:off x="493618" y="3063740"/>
                    <a:ext cx="437426" cy="318180"/>
                  </a:xfrm>
                  <a:custGeom>
                    <a:avLst/>
                    <a:gdLst>
                      <a:gd name="connsiteX0" fmla="*/ 113996 w 1443376"/>
                      <a:gd name="connsiteY0" fmla="*/ 100428 h 1049902"/>
                      <a:gd name="connsiteX1" fmla="*/ 113996 w 1443376"/>
                      <a:gd name="connsiteY1" fmla="*/ 931686 h 1049902"/>
                      <a:gd name="connsiteX2" fmla="*/ 1329379 w 1443376"/>
                      <a:gd name="connsiteY2" fmla="*/ 931686 h 1049902"/>
                      <a:gd name="connsiteX3" fmla="*/ 1329379 w 1443376"/>
                      <a:gd name="connsiteY3" fmla="*/ 100428 h 1049902"/>
                      <a:gd name="connsiteX4" fmla="*/ 89053 w 1443376"/>
                      <a:gd name="connsiteY4" fmla="*/ 0 h 1049902"/>
                      <a:gd name="connsiteX5" fmla="*/ 1354323 w 1443376"/>
                      <a:gd name="connsiteY5" fmla="*/ 0 h 1049902"/>
                      <a:gd name="connsiteX6" fmla="*/ 1443376 w 1443376"/>
                      <a:gd name="connsiteY6" fmla="*/ 89053 h 1049902"/>
                      <a:gd name="connsiteX7" fmla="*/ 1443376 w 1443376"/>
                      <a:gd name="connsiteY7" fmla="*/ 960849 h 1049902"/>
                      <a:gd name="connsiteX8" fmla="*/ 1354323 w 1443376"/>
                      <a:gd name="connsiteY8" fmla="*/ 1049902 h 1049902"/>
                      <a:gd name="connsiteX9" fmla="*/ 89053 w 1443376"/>
                      <a:gd name="connsiteY9" fmla="*/ 1049902 h 1049902"/>
                      <a:gd name="connsiteX10" fmla="*/ 0 w 1443376"/>
                      <a:gd name="connsiteY10" fmla="*/ 960849 h 1049902"/>
                      <a:gd name="connsiteX11" fmla="*/ 0 w 1443376"/>
                      <a:gd name="connsiteY11" fmla="*/ 89053 h 1049902"/>
                      <a:gd name="connsiteX12" fmla="*/ 89053 w 1443376"/>
                      <a:gd name="connsiteY12" fmla="*/ 0 h 104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3376" h="1049902">
                        <a:moveTo>
                          <a:pt x="113996" y="100428"/>
                        </a:moveTo>
                        <a:lnTo>
                          <a:pt x="113996" y="931686"/>
                        </a:lnTo>
                        <a:lnTo>
                          <a:pt x="1329379" y="931686"/>
                        </a:lnTo>
                        <a:lnTo>
                          <a:pt x="1329379" y="100428"/>
                        </a:lnTo>
                        <a:close/>
                        <a:moveTo>
                          <a:pt x="89053" y="0"/>
                        </a:moveTo>
                        <a:lnTo>
                          <a:pt x="1354323" y="0"/>
                        </a:lnTo>
                        <a:cubicBezTo>
                          <a:pt x="1403506" y="0"/>
                          <a:pt x="1443376" y="39870"/>
                          <a:pt x="1443376" y="89053"/>
                        </a:cubicBezTo>
                        <a:lnTo>
                          <a:pt x="1443376" y="960849"/>
                        </a:lnTo>
                        <a:cubicBezTo>
                          <a:pt x="1443376" y="1010032"/>
                          <a:pt x="1403506" y="1049902"/>
                          <a:pt x="1354323" y="1049902"/>
                        </a:cubicBezTo>
                        <a:lnTo>
                          <a:pt x="89053" y="1049902"/>
                        </a:lnTo>
                        <a:cubicBezTo>
                          <a:pt x="39870" y="1049902"/>
                          <a:pt x="0" y="1010032"/>
                          <a:pt x="0" y="960849"/>
                        </a:cubicBezTo>
                        <a:lnTo>
                          <a:pt x="0" y="89053"/>
                        </a:lnTo>
                        <a:cubicBezTo>
                          <a:pt x="0" y="39870"/>
                          <a:pt x="39870" y="0"/>
                          <a:pt x="89053" y="0"/>
                        </a:cubicBezTo>
                        <a:close/>
                      </a:path>
                    </a:pathLst>
                  </a:cu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nvGrpSpPr>
                  <p:cNvPr id="26" name="Group 25">
                    <a:extLst>
                      <a:ext uri="{FF2B5EF4-FFF2-40B4-BE49-F238E27FC236}">
                        <a16:creationId xmlns:a16="http://schemas.microsoft.com/office/drawing/2014/main" id="{9385E365-9EAF-D6F0-C6B8-27C985391A00}"/>
                      </a:ext>
                    </a:extLst>
                  </p:cNvPr>
                  <p:cNvGrpSpPr/>
                  <p:nvPr/>
                </p:nvGrpSpPr>
                <p:grpSpPr>
                  <a:xfrm>
                    <a:off x="501923" y="3414781"/>
                    <a:ext cx="268776" cy="244565"/>
                    <a:chOff x="501923" y="3414781"/>
                    <a:chExt cx="268776" cy="244565"/>
                  </a:xfrm>
                </p:grpSpPr>
                <p:sp>
                  <p:nvSpPr>
                    <p:cNvPr id="27" name="Rounded Rectangle 182">
                      <a:extLst>
                        <a:ext uri="{FF2B5EF4-FFF2-40B4-BE49-F238E27FC236}">
                          <a16:creationId xmlns:a16="http://schemas.microsoft.com/office/drawing/2014/main" id="{C5EF60DD-E528-02DE-732C-79F2BE7BAC62}"/>
                        </a:ext>
                      </a:extLst>
                    </p:cNvPr>
                    <p:cNvSpPr/>
                    <p:nvPr/>
                  </p:nvSpPr>
                  <p:spPr>
                    <a:xfrm rot="16200000">
                      <a:off x="514028" y="3402676"/>
                      <a:ext cx="244565" cy="268776"/>
                    </a:xfrm>
                    <a:prstGeom prst="roundRect">
                      <a:avLst>
                        <a:gd name="adj" fmla="val 6467"/>
                      </a:avLst>
                    </a:prstGeom>
                    <a:solidFill>
                      <a:srgbClr val="B3B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6" tIns="46618" rIns="46618" bIns="93236" numCol="1" spcCol="0" rtlCol="0" fromWordArt="0" anchor="b" anchorCtr="0" forceAA="0" compatLnSpc="1">
                      <a:prstTxWarp prst="textNoShape">
                        <a:avLst/>
                      </a:prstTxWarp>
                      <a:noAutofit/>
                    </a:bodyPr>
                    <a:lstStyle/>
                    <a:p>
                      <a:pPr marL="0" marR="0" lvl="0" indent="0" algn="ctr" defTabSz="950557" rtl="0" eaLnBrk="1" fontAlgn="base" latinLnBrk="0" hangingPunct="1">
                        <a:lnSpc>
                          <a:spcPct val="100000"/>
                        </a:lnSpc>
                        <a:spcBef>
                          <a:spcPct val="0"/>
                        </a:spcBef>
                        <a:spcAft>
                          <a:spcPct val="0"/>
                        </a:spcAft>
                        <a:buClrTx/>
                        <a:buSzTx/>
                        <a:buFontTx/>
                        <a:buNone/>
                        <a:tabLst/>
                        <a:defRPr/>
                      </a:pPr>
                      <a:endParaRPr kumimoji="0" lang="en-US" sz="1872" b="0" i="0" u="none" strike="noStrike" kern="0" cap="none" spc="-52"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28" name="Oval 27">
                      <a:extLst>
                        <a:ext uri="{FF2B5EF4-FFF2-40B4-BE49-F238E27FC236}">
                          <a16:creationId xmlns:a16="http://schemas.microsoft.com/office/drawing/2014/main" id="{F1C7517D-1C70-2D33-87A9-0BA5C172796F}"/>
                        </a:ext>
                      </a:extLst>
                    </p:cNvPr>
                    <p:cNvSpPr/>
                    <p:nvPr/>
                  </p:nvSpPr>
                  <p:spPr>
                    <a:xfrm>
                      <a:off x="625239" y="3634136"/>
                      <a:ext cx="22143" cy="2155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29" name="Rounded Rectangle 184">
                      <a:extLst>
                        <a:ext uri="{FF2B5EF4-FFF2-40B4-BE49-F238E27FC236}">
                          <a16:creationId xmlns:a16="http://schemas.microsoft.com/office/drawing/2014/main" id="{10B7222E-7CE9-2F93-4884-EF76B70061A8}"/>
                        </a:ext>
                      </a:extLst>
                    </p:cNvPr>
                    <p:cNvSpPr/>
                    <p:nvPr/>
                  </p:nvSpPr>
                  <p:spPr>
                    <a:xfrm>
                      <a:off x="607392" y="3426226"/>
                      <a:ext cx="57836" cy="7184"/>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Semilight"/>
                        <a:ea typeface="+mn-ea"/>
                        <a:cs typeface="+mn-cs"/>
                      </a:endParaRPr>
                    </a:p>
                  </p:txBody>
                </p:sp>
                <p:grpSp>
                  <p:nvGrpSpPr>
                    <p:cNvPr id="30" name="Group 29">
                      <a:extLst>
                        <a:ext uri="{FF2B5EF4-FFF2-40B4-BE49-F238E27FC236}">
                          <a16:creationId xmlns:a16="http://schemas.microsoft.com/office/drawing/2014/main" id="{60911739-107E-82D5-0549-1612FE6943C9}"/>
                        </a:ext>
                      </a:extLst>
                    </p:cNvPr>
                    <p:cNvGrpSpPr/>
                    <p:nvPr/>
                  </p:nvGrpSpPr>
                  <p:grpSpPr>
                    <a:xfrm>
                      <a:off x="518311" y="3459173"/>
                      <a:ext cx="235999" cy="157484"/>
                      <a:chOff x="505834" y="3069723"/>
                      <a:chExt cx="408640" cy="294744"/>
                    </a:xfrm>
                  </p:grpSpPr>
                  <p:sp>
                    <p:nvSpPr>
                      <p:cNvPr id="31" name="Rectangle 30">
                        <a:extLst>
                          <a:ext uri="{FF2B5EF4-FFF2-40B4-BE49-F238E27FC236}">
                            <a16:creationId xmlns:a16="http://schemas.microsoft.com/office/drawing/2014/main" id="{2775E5CB-10C9-E93F-77D1-9FD00ABAAAC7}"/>
                          </a:ext>
                        </a:extLst>
                      </p:cNvPr>
                      <p:cNvSpPr/>
                      <p:nvPr/>
                    </p:nvSpPr>
                    <p:spPr bwMode="auto">
                      <a:xfrm>
                        <a:off x="505834" y="3069723"/>
                        <a:ext cx="408640" cy="29474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2" name="Rectangle 31">
                        <a:extLst>
                          <a:ext uri="{FF2B5EF4-FFF2-40B4-BE49-F238E27FC236}">
                            <a16:creationId xmlns:a16="http://schemas.microsoft.com/office/drawing/2014/main" id="{7DA322B0-A010-BADE-1A5B-EAC6BD1EE7C2}"/>
                          </a:ext>
                        </a:extLst>
                      </p:cNvPr>
                      <p:cNvSpPr/>
                      <p:nvPr/>
                    </p:nvSpPr>
                    <p:spPr bwMode="auto">
                      <a:xfrm>
                        <a:off x="646207" y="3104329"/>
                        <a:ext cx="268267" cy="250441"/>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3" name="Rectangle 32">
                        <a:extLst>
                          <a:ext uri="{FF2B5EF4-FFF2-40B4-BE49-F238E27FC236}">
                            <a16:creationId xmlns:a16="http://schemas.microsoft.com/office/drawing/2014/main" id="{48F64053-53C6-7EEE-5D80-B67599ADFAEC}"/>
                          </a:ext>
                        </a:extLst>
                      </p:cNvPr>
                      <p:cNvSpPr/>
                      <p:nvPr/>
                    </p:nvSpPr>
                    <p:spPr bwMode="auto">
                      <a:xfrm>
                        <a:off x="505834" y="3069728"/>
                        <a:ext cx="408640" cy="66865"/>
                      </a:xfrm>
                      <a:prstGeom prst="rect">
                        <a:avLst/>
                      </a:prstGeom>
                      <a:solidFill>
                        <a:srgbClr val="59B4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4" name="Rectangle 33">
                        <a:extLst>
                          <a:ext uri="{FF2B5EF4-FFF2-40B4-BE49-F238E27FC236}">
                            <a16:creationId xmlns:a16="http://schemas.microsoft.com/office/drawing/2014/main" id="{9A9E3E7F-377F-4969-F56E-5693DDBBA0BB}"/>
                          </a:ext>
                        </a:extLst>
                      </p:cNvPr>
                      <p:cNvSpPr/>
                      <p:nvPr/>
                    </p:nvSpPr>
                    <p:spPr bwMode="auto">
                      <a:xfrm>
                        <a:off x="505834" y="3176386"/>
                        <a:ext cx="140372" cy="35978"/>
                      </a:xfrm>
                      <a:prstGeom prst="rect">
                        <a:avLst/>
                      </a:prstGeom>
                      <a:solidFill>
                        <a:srgbClr val="1C8BA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5" name="Rounded Rectangle 176">
                        <a:extLst>
                          <a:ext uri="{FF2B5EF4-FFF2-40B4-BE49-F238E27FC236}">
                            <a16:creationId xmlns:a16="http://schemas.microsoft.com/office/drawing/2014/main" id="{8651C93B-2639-6096-6B67-66A99F876140}"/>
                          </a:ext>
                        </a:extLst>
                      </p:cNvPr>
                      <p:cNvSpPr/>
                      <p:nvPr/>
                    </p:nvSpPr>
                    <p:spPr bwMode="auto">
                      <a:xfrm>
                        <a:off x="669648" y="3176386"/>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6" name="Rounded Rectangle 177">
                        <a:extLst>
                          <a:ext uri="{FF2B5EF4-FFF2-40B4-BE49-F238E27FC236}">
                            <a16:creationId xmlns:a16="http://schemas.microsoft.com/office/drawing/2014/main" id="{E02B3B29-12F9-5E95-9C69-95AACAF1F878}"/>
                          </a:ext>
                        </a:extLst>
                      </p:cNvPr>
                      <p:cNvSpPr/>
                      <p:nvPr/>
                    </p:nvSpPr>
                    <p:spPr bwMode="auto">
                      <a:xfrm>
                        <a:off x="669648" y="3219382"/>
                        <a:ext cx="193981"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sp>
                    <p:nvSpPr>
                      <p:cNvPr id="37" name="Rounded Rectangle 178">
                        <a:extLst>
                          <a:ext uri="{FF2B5EF4-FFF2-40B4-BE49-F238E27FC236}">
                            <a16:creationId xmlns:a16="http://schemas.microsoft.com/office/drawing/2014/main" id="{1226F7E6-F474-1F34-4E02-76B2B595C2F8}"/>
                          </a:ext>
                        </a:extLst>
                      </p:cNvPr>
                      <p:cNvSpPr/>
                      <p:nvPr/>
                    </p:nvSpPr>
                    <p:spPr bwMode="auto">
                      <a:xfrm>
                        <a:off x="669648" y="3266226"/>
                        <a:ext cx="136825" cy="13856"/>
                      </a:xfrm>
                      <a:prstGeom prst="roundRect">
                        <a:avLst>
                          <a:gd name="adj" fmla="val 50000"/>
                        </a:avLst>
                      </a:prstGeom>
                      <a:solidFill>
                        <a:srgbClr val="B2B2B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solidFill>
                            <a:srgbClr val="505050"/>
                          </a:solidFill>
                          <a:effectLst/>
                          <a:uLnTx/>
                          <a:uFillTx/>
                          <a:latin typeface="Segoe UI Semilight"/>
                          <a:ea typeface="Segoe UI" pitchFamily="34" charset="0"/>
                          <a:cs typeface="Segoe UI" pitchFamily="34" charset="0"/>
                        </a:endParaRPr>
                      </a:p>
                    </p:txBody>
                  </p:sp>
                </p:grpSp>
              </p:grpSp>
            </p:grpSp>
          </p:grpSp>
        </p:grpSp>
      </p:grpSp>
      <p:grpSp>
        <p:nvGrpSpPr>
          <p:cNvPr id="271" name="Group 270">
            <a:extLst>
              <a:ext uri="{FF2B5EF4-FFF2-40B4-BE49-F238E27FC236}">
                <a16:creationId xmlns:a16="http://schemas.microsoft.com/office/drawing/2014/main" id="{EB08B391-968D-F024-9476-ADE3CEF51234}"/>
              </a:ext>
            </a:extLst>
          </p:cNvPr>
          <p:cNvGrpSpPr/>
          <p:nvPr/>
        </p:nvGrpSpPr>
        <p:grpSpPr>
          <a:xfrm>
            <a:off x="186611" y="4292221"/>
            <a:ext cx="1323677" cy="1109768"/>
            <a:chOff x="10765317" y="3458555"/>
            <a:chExt cx="1254676" cy="1019477"/>
          </a:xfrm>
        </p:grpSpPr>
        <p:grpSp>
          <p:nvGrpSpPr>
            <p:cNvPr id="273" name="Group 272">
              <a:extLst>
                <a:ext uri="{FF2B5EF4-FFF2-40B4-BE49-F238E27FC236}">
                  <a16:creationId xmlns:a16="http://schemas.microsoft.com/office/drawing/2014/main" id="{915B038D-2B4A-A0FB-9E43-82258C564BA7}"/>
                </a:ext>
              </a:extLst>
            </p:cNvPr>
            <p:cNvGrpSpPr/>
            <p:nvPr/>
          </p:nvGrpSpPr>
          <p:grpSpPr>
            <a:xfrm>
              <a:off x="10765317" y="3458555"/>
              <a:ext cx="1254676" cy="1019477"/>
              <a:chOff x="2256280" y="3091534"/>
              <a:chExt cx="1495863" cy="1260741"/>
            </a:xfrm>
            <a:solidFill>
              <a:schemeClr val="bg1"/>
            </a:solidFill>
          </p:grpSpPr>
          <p:sp>
            <p:nvSpPr>
              <p:cNvPr id="275" name="Rectangle: Rounded Corners 274">
                <a:extLst>
                  <a:ext uri="{FF2B5EF4-FFF2-40B4-BE49-F238E27FC236}">
                    <a16:creationId xmlns:a16="http://schemas.microsoft.com/office/drawing/2014/main" id="{70D2572E-C321-1116-5069-F2297A9EDD45}"/>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76" name="TextBox 275">
                <a:extLst>
                  <a:ext uri="{FF2B5EF4-FFF2-40B4-BE49-F238E27FC236}">
                    <a16:creationId xmlns:a16="http://schemas.microsoft.com/office/drawing/2014/main" id="{F614B5A8-3B97-C775-0E9E-E3A79015A021}"/>
                  </a:ext>
                </a:extLst>
              </p:cNvPr>
              <p:cNvSpPr txBox="1"/>
              <p:nvPr/>
            </p:nvSpPr>
            <p:spPr>
              <a:xfrm>
                <a:off x="2531264" y="3721542"/>
                <a:ext cx="967717" cy="454541"/>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Snowflake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a:t>
                </a:r>
              </a:p>
            </p:txBody>
          </p:sp>
        </p:grpSp>
        <p:pic>
          <p:nvPicPr>
            <p:cNvPr id="274" name="Graphic 9">
              <a:extLst>
                <a:ext uri="{FF2B5EF4-FFF2-40B4-BE49-F238E27FC236}">
                  <a16:creationId xmlns:a16="http://schemas.microsoft.com/office/drawing/2014/main" id="{ADB0CE07-C0D4-10CC-90E3-29D68A15F4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81155" y="3651351"/>
              <a:ext cx="1055398" cy="231493"/>
            </a:xfrm>
            <a:prstGeom prst="rect">
              <a:avLst/>
            </a:prstGeom>
          </p:spPr>
        </p:pic>
      </p:grpSp>
      <p:cxnSp>
        <p:nvCxnSpPr>
          <p:cNvPr id="277" name="Straight Arrow Connector 12">
            <a:extLst>
              <a:ext uri="{FF2B5EF4-FFF2-40B4-BE49-F238E27FC236}">
                <a16:creationId xmlns:a16="http://schemas.microsoft.com/office/drawing/2014/main" id="{298917C1-0E0D-37A5-32ED-E740FE4555B3}"/>
              </a:ext>
            </a:extLst>
          </p:cNvPr>
          <p:cNvCxnSpPr>
            <a:cxnSpLocks/>
            <a:stCxn id="275" idx="0"/>
          </p:cNvCxnSpPr>
          <p:nvPr/>
        </p:nvCxnSpPr>
        <p:spPr>
          <a:xfrm flipV="1">
            <a:off x="848450" y="3251861"/>
            <a:ext cx="0" cy="1040360"/>
          </a:xfrm>
          <a:prstGeom prst="straightConnector1">
            <a:avLst/>
          </a:prstGeom>
          <a:ln w="25400">
            <a:headEnd type="none"/>
            <a:tailEnd type="none"/>
          </a:ln>
        </p:spPr>
        <p:style>
          <a:lnRef idx="1">
            <a:schemeClr val="accent1"/>
          </a:lnRef>
          <a:fillRef idx="0">
            <a:schemeClr val="accent1"/>
          </a:fillRef>
          <a:effectRef idx="0">
            <a:schemeClr val="accent1"/>
          </a:effectRef>
          <a:fontRef idx="minor">
            <a:schemeClr val="tx1"/>
          </a:fontRef>
        </p:style>
      </p:cxnSp>
      <p:cxnSp>
        <p:nvCxnSpPr>
          <p:cNvPr id="307" name="Straight Arrow Connector 12">
            <a:extLst>
              <a:ext uri="{FF2B5EF4-FFF2-40B4-BE49-F238E27FC236}">
                <a16:creationId xmlns:a16="http://schemas.microsoft.com/office/drawing/2014/main" id="{27211D79-C3C4-85FF-7227-DF67FFBE9717}"/>
              </a:ext>
            </a:extLst>
          </p:cNvPr>
          <p:cNvCxnSpPr>
            <a:cxnSpLocks/>
          </p:cNvCxnSpPr>
          <p:nvPr/>
        </p:nvCxnSpPr>
        <p:spPr>
          <a:xfrm>
            <a:off x="6522339" y="6260061"/>
            <a:ext cx="2480636" cy="0"/>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15" name="Graphic 314">
            <a:extLst>
              <a:ext uri="{FF2B5EF4-FFF2-40B4-BE49-F238E27FC236}">
                <a16:creationId xmlns:a16="http://schemas.microsoft.com/office/drawing/2014/main" id="{9E1E6D5E-3141-D2B1-5C05-BA3DF04B93F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792812" y="6102929"/>
            <a:ext cx="598600" cy="314264"/>
          </a:xfrm>
          <a:prstGeom prst="rect">
            <a:avLst/>
          </a:prstGeom>
        </p:spPr>
      </p:pic>
      <p:sp>
        <p:nvSpPr>
          <p:cNvPr id="316" name="TextBox 315">
            <a:extLst>
              <a:ext uri="{FF2B5EF4-FFF2-40B4-BE49-F238E27FC236}">
                <a16:creationId xmlns:a16="http://schemas.microsoft.com/office/drawing/2014/main" id="{D2E339DF-E642-B2A7-4E3C-B0A878367556}"/>
              </a:ext>
            </a:extLst>
          </p:cNvPr>
          <p:cNvSpPr txBox="1"/>
          <p:nvPr/>
        </p:nvSpPr>
        <p:spPr>
          <a:xfrm>
            <a:off x="4750315" y="6448679"/>
            <a:ext cx="2635704" cy="400110"/>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Ingestion &amp; Orchestration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(ADF)</a:t>
            </a:r>
          </a:p>
        </p:txBody>
      </p:sp>
      <p:grpSp>
        <p:nvGrpSpPr>
          <p:cNvPr id="317" name="Group 316">
            <a:extLst>
              <a:ext uri="{FF2B5EF4-FFF2-40B4-BE49-F238E27FC236}">
                <a16:creationId xmlns:a16="http://schemas.microsoft.com/office/drawing/2014/main" id="{AC6B6BC0-ACCD-2068-CB15-B3A157641601}"/>
              </a:ext>
            </a:extLst>
          </p:cNvPr>
          <p:cNvGrpSpPr/>
          <p:nvPr/>
        </p:nvGrpSpPr>
        <p:grpSpPr>
          <a:xfrm>
            <a:off x="1902869" y="2588103"/>
            <a:ext cx="1706088" cy="1291617"/>
            <a:chOff x="10765317" y="3458555"/>
            <a:chExt cx="1254676" cy="1019477"/>
          </a:xfrm>
        </p:grpSpPr>
        <p:grpSp>
          <p:nvGrpSpPr>
            <p:cNvPr id="318" name="Group 317">
              <a:extLst>
                <a:ext uri="{FF2B5EF4-FFF2-40B4-BE49-F238E27FC236}">
                  <a16:creationId xmlns:a16="http://schemas.microsoft.com/office/drawing/2014/main" id="{BD82B7A7-5431-D725-20F1-9C41FC663CAE}"/>
                </a:ext>
              </a:extLst>
            </p:cNvPr>
            <p:cNvGrpSpPr/>
            <p:nvPr/>
          </p:nvGrpSpPr>
          <p:grpSpPr>
            <a:xfrm>
              <a:off x="10765317" y="3458555"/>
              <a:ext cx="1254676" cy="1019477"/>
              <a:chOff x="2256280" y="3091534"/>
              <a:chExt cx="1495863" cy="1260741"/>
            </a:xfrm>
            <a:solidFill>
              <a:schemeClr val="bg1"/>
            </a:solidFill>
          </p:grpSpPr>
          <p:sp>
            <p:nvSpPr>
              <p:cNvPr id="320" name="Rectangle: Rounded Corners 319">
                <a:extLst>
                  <a:ext uri="{FF2B5EF4-FFF2-40B4-BE49-F238E27FC236}">
                    <a16:creationId xmlns:a16="http://schemas.microsoft.com/office/drawing/2014/main" id="{10467332-653A-D3CF-8693-DDD0EA506FE4}"/>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21" name="TextBox 320">
                <a:extLst>
                  <a:ext uri="{FF2B5EF4-FFF2-40B4-BE49-F238E27FC236}">
                    <a16:creationId xmlns:a16="http://schemas.microsoft.com/office/drawing/2014/main" id="{66B17244-5ED6-4AFE-BA8B-ACBBE400CD1E}"/>
                  </a:ext>
                </a:extLst>
              </p:cNvPr>
              <p:cNvSpPr txBox="1"/>
              <p:nvPr/>
            </p:nvSpPr>
            <p:spPr>
              <a:xfrm>
                <a:off x="2540749" y="3806549"/>
                <a:ext cx="986928"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Storage</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Storage)</a:t>
                </a:r>
              </a:p>
            </p:txBody>
          </p:sp>
        </p:grpSp>
        <p:pic>
          <p:nvPicPr>
            <p:cNvPr id="319" name="Graphic 9">
              <a:extLst>
                <a:ext uri="{FF2B5EF4-FFF2-40B4-BE49-F238E27FC236}">
                  <a16:creationId xmlns:a16="http://schemas.microsoft.com/office/drawing/2014/main" id="{583EE995-DB60-F6D0-5435-45297C1B510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966531" y="3653061"/>
              <a:ext cx="881741" cy="384453"/>
            </a:xfrm>
            <a:prstGeom prst="rect">
              <a:avLst/>
            </a:prstGeom>
          </p:spPr>
        </p:pic>
      </p:grpSp>
      <p:grpSp>
        <p:nvGrpSpPr>
          <p:cNvPr id="322" name="Group 321">
            <a:extLst>
              <a:ext uri="{FF2B5EF4-FFF2-40B4-BE49-F238E27FC236}">
                <a16:creationId xmlns:a16="http://schemas.microsoft.com/office/drawing/2014/main" id="{B3CB6F5F-4B8A-5741-EE96-A27BE6226785}"/>
              </a:ext>
            </a:extLst>
          </p:cNvPr>
          <p:cNvGrpSpPr/>
          <p:nvPr/>
        </p:nvGrpSpPr>
        <p:grpSpPr>
          <a:xfrm>
            <a:off x="4964213" y="3890313"/>
            <a:ext cx="1706088" cy="1291617"/>
            <a:chOff x="10765317" y="3458555"/>
            <a:chExt cx="1254676" cy="1019477"/>
          </a:xfrm>
        </p:grpSpPr>
        <p:grpSp>
          <p:nvGrpSpPr>
            <p:cNvPr id="323" name="Group 322">
              <a:extLst>
                <a:ext uri="{FF2B5EF4-FFF2-40B4-BE49-F238E27FC236}">
                  <a16:creationId xmlns:a16="http://schemas.microsoft.com/office/drawing/2014/main" id="{2D31FB27-135E-D54B-A5AA-1B7A70481707}"/>
                </a:ext>
              </a:extLst>
            </p:cNvPr>
            <p:cNvGrpSpPr/>
            <p:nvPr/>
          </p:nvGrpSpPr>
          <p:grpSpPr>
            <a:xfrm>
              <a:off x="10765317" y="3458555"/>
              <a:ext cx="1254676" cy="1019477"/>
              <a:chOff x="2256280" y="3091534"/>
              <a:chExt cx="1495863" cy="1260741"/>
            </a:xfrm>
            <a:solidFill>
              <a:schemeClr val="bg1"/>
            </a:solidFill>
          </p:grpSpPr>
          <p:sp>
            <p:nvSpPr>
              <p:cNvPr id="325" name="Rectangle: Rounded Corners 324">
                <a:extLst>
                  <a:ext uri="{FF2B5EF4-FFF2-40B4-BE49-F238E27FC236}">
                    <a16:creationId xmlns:a16="http://schemas.microsoft.com/office/drawing/2014/main" id="{B12FA943-B5D0-C69C-4930-9047F4A3DF54}"/>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26" name="TextBox 325">
                <a:extLst>
                  <a:ext uri="{FF2B5EF4-FFF2-40B4-BE49-F238E27FC236}">
                    <a16:creationId xmlns:a16="http://schemas.microsoft.com/office/drawing/2014/main" id="{A21AF558-60DA-1677-E655-7DF772D533D2}"/>
                  </a:ext>
                </a:extLst>
              </p:cNvPr>
              <p:cNvSpPr txBox="1"/>
              <p:nvPr/>
            </p:nvSpPr>
            <p:spPr>
              <a:xfrm>
                <a:off x="2442433" y="3747743"/>
                <a:ext cx="1158398"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Machine Learning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(App Service/AML)</a:t>
                </a:r>
              </a:p>
            </p:txBody>
          </p:sp>
        </p:grpSp>
        <p:pic>
          <p:nvPicPr>
            <p:cNvPr id="324" name="Graphic 323">
              <a:extLst>
                <a:ext uri="{FF2B5EF4-FFF2-40B4-BE49-F238E27FC236}">
                  <a16:creationId xmlns:a16="http://schemas.microsoft.com/office/drawing/2014/main" id="{B7B43F91-7BB7-7E88-1F3C-F071D6F845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1251372" y="3655547"/>
              <a:ext cx="299706" cy="299706"/>
            </a:xfrm>
            <a:prstGeom prst="rect">
              <a:avLst/>
            </a:prstGeom>
          </p:spPr>
        </p:pic>
      </p:grpSp>
      <p:cxnSp>
        <p:nvCxnSpPr>
          <p:cNvPr id="327" name="Straight Arrow Connector 12">
            <a:extLst>
              <a:ext uri="{FF2B5EF4-FFF2-40B4-BE49-F238E27FC236}">
                <a16:creationId xmlns:a16="http://schemas.microsoft.com/office/drawing/2014/main" id="{ACB197A3-48F1-FD61-5DFC-CFBD9D40FA90}"/>
              </a:ext>
            </a:extLst>
          </p:cNvPr>
          <p:cNvCxnSpPr>
            <a:cxnSpLocks/>
            <a:stCxn id="320" idx="2"/>
            <a:endCxn id="325" idx="1"/>
          </p:cNvCxnSpPr>
          <p:nvPr/>
        </p:nvCxnSpPr>
        <p:spPr>
          <a:xfrm rot="16200000" flipH="1">
            <a:off x="3531862" y="3103771"/>
            <a:ext cx="656402" cy="2208300"/>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30" name="TextBox 329">
            <a:extLst>
              <a:ext uri="{FF2B5EF4-FFF2-40B4-BE49-F238E27FC236}">
                <a16:creationId xmlns:a16="http://schemas.microsoft.com/office/drawing/2014/main" id="{B5F930FB-B67A-A161-B210-0DA764DC3945}"/>
              </a:ext>
            </a:extLst>
          </p:cNvPr>
          <p:cNvSpPr txBox="1"/>
          <p:nvPr/>
        </p:nvSpPr>
        <p:spPr>
          <a:xfrm>
            <a:off x="4163058" y="4567832"/>
            <a:ext cx="81144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Clustering</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a:t>
            </a:r>
          </a:p>
        </p:txBody>
      </p:sp>
      <p:sp>
        <p:nvSpPr>
          <p:cNvPr id="331" name="TextBox 330">
            <a:extLst>
              <a:ext uri="{FF2B5EF4-FFF2-40B4-BE49-F238E27FC236}">
                <a16:creationId xmlns:a16="http://schemas.microsoft.com/office/drawing/2014/main" id="{6A5158EF-1F52-AD77-99A0-9B599C5EAFEA}"/>
              </a:ext>
            </a:extLst>
          </p:cNvPr>
          <p:cNvSpPr txBox="1"/>
          <p:nvPr/>
        </p:nvSpPr>
        <p:spPr>
          <a:xfrm>
            <a:off x="2755806" y="3921352"/>
            <a:ext cx="686406" cy="246221"/>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Clusters</a:t>
            </a:r>
          </a:p>
        </p:txBody>
      </p:sp>
      <p:grpSp>
        <p:nvGrpSpPr>
          <p:cNvPr id="332" name="Group 331">
            <a:extLst>
              <a:ext uri="{FF2B5EF4-FFF2-40B4-BE49-F238E27FC236}">
                <a16:creationId xmlns:a16="http://schemas.microsoft.com/office/drawing/2014/main" id="{18CA919E-8AC0-A778-42F9-49D5A503ED44}"/>
              </a:ext>
            </a:extLst>
          </p:cNvPr>
          <p:cNvGrpSpPr/>
          <p:nvPr/>
        </p:nvGrpSpPr>
        <p:grpSpPr>
          <a:xfrm>
            <a:off x="8414317" y="2338910"/>
            <a:ext cx="1706088" cy="1291617"/>
            <a:chOff x="10765317" y="3458555"/>
            <a:chExt cx="1254676" cy="1019477"/>
          </a:xfrm>
        </p:grpSpPr>
        <p:grpSp>
          <p:nvGrpSpPr>
            <p:cNvPr id="333" name="Group 332">
              <a:extLst>
                <a:ext uri="{FF2B5EF4-FFF2-40B4-BE49-F238E27FC236}">
                  <a16:creationId xmlns:a16="http://schemas.microsoft.com/office/drawing/2014/main" id="{7D2AC4F5-83FE-A0D1-AF23-A2EEFB31C6BA}"/>
                </a:ext>
              </a:extLst>
            </p:cNvPr>
            <p:cNvGrpSpPr/>
            <p:nvPr/>
          </p:nvGrpSpPr>
          <p:grpSpPr>
            <a:xfrm>
              <a:off x="10765317" y="3458555"/>
              <a:ext cx="1254676" cy="1019477"/>
              <a:chOff x="2256280" y="3091534"/>
              <a:chExt cx="1495863" cy="1260741"/>
            </a:xfrm>
            <a:solidFill>
              <a:schemeClr val="bg1"/>
            </a:solidFill>
          </p:grpSpPr>
          <p:sp>
            <p:nvSpPr>
              <p:cNvPr id="335" name="Rectangle: Rounded Corners 334">
                <a:extLst>
                  <a:ext uri="{FF2B5EF4-FFF2-40B4-BE49-F238E27FC236}">
                    <a16:creationId xmlns:a16="http://schemas.microsoft.com/office/drawing/2014/main" id="{67A9BDDD-E9E6-11A2-CD62-11D957DAD165}"/>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36" name="TextBox 335">
                <a:extLst>
                  <a:ext uri="{FF2B5EF4-FFF2-40B4-BE49-F238E27FC236}">
                    <a16:creationId xmlns:a16="http://schemas.microsoft.com/office/drawing/2014/main" id="{439304AE-A521-C89D-1769-F0A5BBFB25DE}"/>
                  </a:ext>
                </a:extLst>
              </p:cNvPr>
              <p:cNvSpPr txBox="1"/>
              <p:nvPr/>
            </p:nvSpPr>
            <p:spPr>
              <a:xfrm>
                <a:off x="2276236" y="3745742"/>
                <a:ext cx="1373435" cy="450629"/>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Ideation Application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Microsoft Agent Framework</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(App Service/AML)</a:t>
                </a:r>
              </a:p>
            </p:txBody>
          </p:sp>
        </p:grpSp>
        <p:pic>
          <p:nvPicPr>
            <p:cNvPr id="334" name="Graphic 333">
              <a:extLst>
                <a:ext uri="{FF2B5EF4-FFF2-40B4-BE49-F238E27FC236}">
                  <a16:creationId xmlns:a16="http://schemas.microsoft.com/office/drawing/2014/main" id="{083E6E1C-A69F-FE60-1813-31B8A8F311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1209899" y="3638364"/>
              <a:ext cx="299706" cy="299706"/>
            </a:xfrm>
            <a:prstGeom prst="rect">
              <a:avLst/>
            </a:prstGeom>
          </p:spPr>
        </p:pic>
      </p:grpSp>
      <p:grpSp>
        <p:nvGrpSpPr>
          <p:cNvPr id="345" name="Group 344">
            <a:extLst>
              <a:ext uri="{FF2B5EF4-FFF2-40B4-BE49-F238E27FC236}">
                <a16:creationId xmlns:a16="http://schemas.microsoft.com/office/drawing/2014/main" id="{4D88BB69-5594-6F32-FCDC-C40E0B4A5221}"/>
              </a:ext>
            </a:extLst>
          </p:cNvPr>
          <p:cNvGrpSpPr/>
          <p:nvPr/>
        </p:nvGrpSpPr>
        <p:grpSpPr>
          <a:xfrm>
            <a:off x="4967425" y="1237512"/>
            <a:ext cx="1706088" cy="1291617"/>
            <a:chOff x="10765316" y="3458555"/>
            <a:chExt cx="1254676" cy="1019477"/>
          </a:xfrm>
        </p:grpSpPr>
        <p:grpSp>
          <p:nvGrpSpPr>
            <p:cNvPr id="346" name="Group 345">
              <a:extLst>
                <a:ext uri="{FF2B5EF4-FFF2-40B4-BE49-F238E27FC236}">
                  <a16:creationId xmlns:a16="http://schemas.microsoft.com/office/drawing/2014/main" id="{AD324E49-7789-A0AF-D22C-745D5BBA3C75}"/>
                </a:ext>
              </a:extLst>
            </p:cNvPr>
            <p:cNvGrpSpPr/>
            <p:nvPr/>
          </p:nvGrpSpPr>
          <p:grpSpPr>
            <a:xfrm>
              <a:off x="10765316" y="3458555"/>
              <a:ext cx="1254676" cy="1019477"/>
              <a:chOff x="2256280" y="3091534"/>
              <a:chExt cx="1495863" cy="1260741"/>
            </a:xfrm>
            <a:solidFill>
              <a:schemeClr val="bg1"/>
            </a:solidFill>
          </p:grpSpPr>
          <p:sp>
            <p:nvSpPr>
              <p:cNvPr id="348" name="Rectangle: Rounded Corners 347">
                <a:extLst>
                  <a:ext uri="{FF2B5EF4-FFF2-40B4-BE49-F238E27FC236}">
                    <a16:creationId xmlns:a16="http://schemas.microsoft.com/office/drawing/2014/main" id="{B343B23B-1538-3930-1900-36E5AD3678BA}"/>
                  </a:ext>
                </a:extLst>
              </p:cNvPr>
              <p:cNvSpPr/>
              <p:nvPr/>
            </p:nvSpPr>
            <p:spPr>
              <a:xfrm>
                <a:off x="2256280" y="3091534"/>
                <a:ext cx="1495863" cy="1260741"/>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49" name="TextBox 348">
                <a:extLst>
                  <a:ext uri="{FF2B5EF4-FFF2-40B4-BE49-F238E27FC236}">
                    <a16:creationId xmlns:a16="http://schemas.microsoft.com/office/drawing/2014/main" id="{F18BE247-0DBB-FB5D-34DA-D4259857E12D}"/>
                  </a:ext>
                </a:extLst>
              </p:cNvPr>
              <p:cNvSpPr txBox="1"/>
              <p:nvPr/>
            </p:nvSpPr>
            <p:spPr>
              <a:xfrm>
                <a:off x="2452910" y="3753420"/>
                <a:ext cx="1162613" cy="390545"/>
              </a:xfrm>
              <a:prstGeom prst="rect">
                <a:avLst/>
              </a:prstGeom>
              <a:grp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LLM/Agents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AI Foundry)</a:t>
                </a:r>
              </a:p>
            </p:txBody>
          </p:sp>
        </p:grpSp>
        <p:pic>
          <p:nvPicPr>
            <p:cNvPr id="347" name="Graphic 9">
              <a:extLst>
                <a:ext uri="{FF2B5EF4-FFF2-40B4-BE49-F238E27FC236}">
                  <a16:creationId xmlns:a16="http://schemas.microsoft.com/office/drawing/2014/main" id="{62F910FC-815C-1D31-293D-84E82BC807A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228300" y="3575731"/>
              <a:ext cx="358203" cy="384453"/>
            </a:xfrm>
            <a:prstGeom prst="rect">
              <a:avLst/>
            </a:prstGeom>
          </p:spPr>
        </p:pic>
      </p:grpSp>
      <p:cxnSp>
        <p:nvCxnSpPr>
          <p:cNvPr id="350" name="Straight Arrow Connector 12">
            <a:extLst>
              <a:ext uri="{FF2B5EF4-FFF2-40B4-BE49-F238E27FC236}">
                <a16:creationId xmlns:a16="http://schemas.microsoft.com/office/drawing/2014/main" id="{5600CECD-ABEF-1732-B60F-8655FE211C71}"/>
              </a:ext>
            </a:extLst>
          </p:cNvPr>
          <p:cNvCxnSpPr>
            <a:cxnSpLocks/>
            <a:stCxn id="348" idx="2"/>
            <a:endCxn id="325" idx="0"/>
          </p:cNvCxnSpPr>
          <p:nvPr/>
        </p:nvCxnSpPr>
        <p:spPr>
          <a:xfrm flipH="1">
            <a:off x="5817257" y="2529129"/>
            <a:ext cx="3212" cy="1361184"/>
          </a:xfrm>
          <a:prstGeom prst="straightConnector1">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53" name="TextBox 352">
            <a:extLst>
              <a:ext uri="{FF2B5EF4-FFF2-40B4-BE49-F238E27FC236}">
                <a16:creationId xmlns:a16="http://schemas.microsoft.com/office/drawing/2014/main" id="{D16EEB28-C626-F13C-6679-C487D236A9C4}"/>
              </a:ext>
            </a:extLst>
          </p:cNvPr>
          <p:cNvSpPr txBox="1"/>
          <p:nvPr/>
        </p:nvSpPr>
        <p:spPr>
          <a:xfrm>
            <a:off x="5902182" y="2550806"/>
            <a:ext cx="686406"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Analysis</a:t>
            </a:r>
          </a:p>
        </p:txBody>
      </p:sp>
      <p:sp>
        <p:nvSpPr>
          <p:cNvPr id="354" name="TextBox 353">
            <a:extLst>
              <a:ext uri="{FF2B5EF4-FFF2-40B4-BE49-F238E27FC236}">
                <a16:creationId xmlns:a16="http://schemas.microsoft.com/office/drawing/2014/main" id="{29F85F8E-545D-5DF8-8BC8-5F29B611E92B}"/>
              </a:ext>
            </a:extLst>
          </p:cNvPr>
          <p:cNvSpPr txBox="1"/>
          <p:nvPr/>
        </p:nvSpPr>
        <p:spPr>
          <a:xfrm>
            <a:off x="5137456" y="3465473"/>
            <a:ext cx="689612"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Analysis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Results</a:t>
            </a:r>
          </a:p>
        </p:txBody>
      </p:sp>
      <p:cxnSp>
        <p:nvCxnSpPr>
          <p:cNvPr id="355" name="Straight Arrow Connector 12">
            <a:extLst>
              <a:ext uri="{FF2B5EF4-FFF2-40B4-BE49-F238E27FC236}">
                <a16:creationId xmlns:a16="http://schemas.microsoft.com/office/drawing/2014/main" id="{D8BA812F-DAA5-01B8-777F-67D14FF96275}"/>
              </a:ext>
            </a:extLst>
          </p:cNvPr>
          <p:cNvCxnSpPr>
            <a:cxnSpLocks/>
            <a:endCxn id="325" idx="3"/>
          </p:cNvCxnSpPr>
          <p:nvPr/>
        </p:nvCxnSpPr>
        <p:spPr>
          <a:xfrm rot="5400000">
            <a:off x="7516035" y="2784793"/>
            <a:ext cx="905595" cy="2597062"/>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58" name="TextBox 357">
            <a:extLst>
              <a:ext uri="{FF2B5EF4-FFF2-40B4-BE49-F238E27FC236}">
                <a16:creationId xmlns:a16="http://schemas.microsoft.com/office/drawing/2014/main" id="{5D237330-091F-F2C3-E734-DE63BAFFFC27}"/>
              </a:ext>
            </a:extLst>
          </p:cNvPr>
          <p:cNvSpPr txBox="1"/>
          <p:nvPr/>
        </p:nvSpPr>
        <p:spPr>
          <a:xfrm>
            <a:off x="6605832" y="4568353"/>
            <a:ext cx="1007006" cy="707886"/>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 Clustering</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(On Demand)</a:t>
            </a:r>
          </a:p>
          <a:p>
            <a:pPr marL="0" marR="0" lvl="0" indent="0" algn="ctr" defTabSz="95097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59" name="TextBox 358">
            <a:extLst>
              <a:ext uri="{FF2B5EF4-FFF2-40B4-BE49-F238E27FC236}">
                <a16:creationId xmlns:a16="http://schemas.microsoft.com/office/drawing/2014/main" id="{91292826-16E3-0F3D-D61C-A64E210AA8E7}"/>
              </a:ext>
            </a:extLst>
          </p:cNvPr>
          <p:cNvSpPr txBox="1"/>
          <p:nvPr/>
        </p:nvSpPr>
        <p:spPr>
          <a:xfrm>
            <a:off x="8635568" y="3628477"/>
            <a:ext cx="631903"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Results</a:t>
            </a:r>
          </a:p>
        </p:txBody>
      </p:sp>
      <p:cxnSp>
        <p:nvCxnSpPr>
          <p:cNvPr id="364" name="Straight Arrow Connector 12">
            <a:extLst>
              <a:ext uri="{FF2B5EF4-FFF2-40B4-BE49-F238E27FC236}">
                <a16:creationId xmlns:a16="http://schemas.microsoft.com/office/drawing/2014/main" id="{1B3C2391-EFAA-BECC-B6D1-B09D8621D0FF}"/>
              </a:ext>
            </a:extLst>
          </p:cNvPr>
          <p:cNvCxnSpPr>
            <a:cxnSpLocks/>
            <a:stCxn id="213" idx="1"/>
            <a:endCxn id="325" idx="2"/>
          </p:cNvCxnSpPr>
          <p:nvPr/>
        </p:nvCxnSpPr>
        <p:spPr>
          <a:xfrm rot="10800000">
            <a:off x="5817258" y="5181930"/>
            <a:ext cx="5047451" cy="274474"/>
          </a:xfrm>
          <a:prstGeom prst="bentConnector2">
            <a:avLst/>
          </a:prstGeom>
          <a:ln w="25400">
            <a:solidFill>
              <a:srgbClr val="FFB9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3" name="TextBox 372">
            <a:extLst>
              <a:ext uri="{FF2B5EF4-FFF2-40B4-BE49-F238E27FC236}">
                <a16:creationId xmlns:a16="http://schemas.microsoft.com/office/drawing/2014/main" id="{F4B3E2EC-95CB-98D5-F7CD-B21A617F9F8F}"/>
              </a:ext>
            </a:extLst>
          </p:cNvPr>
          <p:cNvSpPr txBox="1"/>
          <p:nvPr/>
        </p:nvSpPr>
        <p:spPr>
          <a:xfrm>
            <a:off x="287500" y="150852"/>
            <a:ext cx="1156086" cy="523220"/>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Landscape </a:t>
            </a:r>
          </a:p>
        </p:txBody>
      </p:sp>
      <p:sp>
        <p:nvSpPr>
          <p:cNvPr id="374" name="TextBox 373">
            <a:extLst>
              <a:ext uri="{FF2B5EF4-FFF2-40B4-BE49-F238E27FC236}">
                <a16:creationId xmlns:a16="http://schemas.microsoft.com/office/drawing/2014/main" id="{6DC3FE52-E715-C652-43C1-4F0994904355}"/>
              </a:ext>
            </a:extLst>
          </p:cNvPr>
          <p:cNvSpPr txBox="1"/>
          <p:nvPr/>
        </p:nvSpPr>
        <p:spPr>
          <a:xfrm>
            <a:off x="10705608" y="83703"/>
            <a:ext cx="1463863" cy="523220"/>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Users &amp;</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Scientists</a:t>
            </a:r>
          </a:p>
        </p:txBody>
      </p:sp>
      <p:sp>
        <p:nvSpPr>
          <p:cNvPr id="375" name="TextBox 374">
            <a:extLst>
              <a:ext uri="{FF2B5EF4-FFF2-40B4-BE49-F238E27FC236}">
                <a16:creationId xmlns:a16="http://schemas.microsoft.com/office/drawing/2014/main" id="{C1545C77-BA51-237D-C802-37BFDB3F05BF}"/>
              </a:ext>
            </a:extLst>
          </p:cNvPr>
          <p:cNvSpPr txBox="1"/>
          <p:nvPr/>
        </p:nvSpPr>
        <p:spPr>
          <a:xfrm>
            <a:off x="7852208" y="5452654"/>
            <a:ext cx="1180131" cy="553998"/>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Cluster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Implementation</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Science)</a:t>
            </a:r>
          </a:p>
        </p:txBody>
      </p:sp>
      <p:sp>
        <p:nvSpPr>
          <p:cNvPr id="376" name="TextBox 375">
            <a:extLst>
              <a:ext uri="{FF2B5EF4-FFF2-40B4-BE49-F238E27FC236}">
                <a16:creationId xmlns:a16="http://schemas.microsoft.com/office/drawing/2014/main" id="{5A135163-8F66-D6B3-C95F-BF7D37AED480}"/>
              </a:ext>
            </a:extLst>
          </p:cNvPr>
          <p:cNvSpPr txBox="1"/>
          <p:nvPr/>
        </p:nvSpPr>
        <p:spPr>
          <a:xfrm>
            <a:off x="9391232" y="1099893"/>
            <a:ext cx="880369" cy="553998"/>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Questions</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(End Users)</a:t>
            </a:r>
          </a:p>
        </p:txBody>
      </p:sp>
      <p:cxnSp>
        <p:nvCxnSpPr>
          <p:cNvPr id="377" name="Straight Arrow Connector 12">
            <a:extLst>
              <a:ext uri="{FF2B5EF4-FFF2-40B4-BE49-F238E27FC236}">
                <a16:creationId xmlns:a16="http://schemas.microsoft.com/office/drawing/2014/main" id="{9C515105-EE3A-880B-FC7C-0BB3265348FC}"/>
              </a:ext>
            </a:extLst>
          </p:cNvPr>
          <p:cNvCxnSpPr>
            <a:cxnSpLocks/>
            <a:endCxn id="348" idx="3"/>
          </p:cNvCxnSpPr>
          <p:nvPr/>
        </p:nvCxnSpPr>
        <p:spPr>
          <a:xfrm rot="10800000">
            <a:off x="6673513" y="1883321"/>
            <a:ext cx="1740806" cy="1101398"/>
          </a:xfrm>
          <a:prstGeom prst="bentConnector3">
            <a:avLst>
              <a:gd name="adj1" fmla="val 50000"/>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sp>
        <p:nvSpPr>
          <p:cNvPr id="380" name="TextBox 379">
            <a:extLst>
              <a:ext uri="{FF2B5EF4-FFF2-40B4-BE49-F238E27FC236}">
                <a16:creationId xmlns:a16="http://schemas.microsoft.com/office/drawing/2014/main" id="{19905E04-E7B9-555C-722F-A013388505D1}"/>
              </a:ext>
            </a:extLst>
          </p:cNvPr>
          <p:cNvSpPr txBox="1"/>
          <p:nvPr/>
        </p:nvSpPr>
        <p:spPr>
          <a:xfrm>
            <a:off x="6642500" y="1893681"/>
            <a:ext cx="811441"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Agent</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Questions</a:t>
            </a:r>
          </a:p>
        </p:txBody>
      </p:sp>
      <p:sp>
        <p:nvSpPr>
          <p:cNvPr id="382" name="TextBox 381">
            <a:extLst>
              <a:ext uri="{FF2B5EF4-FFF2-40B4-BE49-F238E27FC236}">
                <a16:creationId xmlns:a16="http://schemas.microsoft.com/office/drawing/2014/main" id="{A67962EC-553E-4304-511F-9F8B6A54A34F}"/>
              </a:ext>
            </a:extLst>
          </p:cNvPr>
          <p:cNvSpPr txBox="1"/>
          <p:nvPr/>
        </p:nvSpPr>
        <p:spPr>
          <a:xfrm>
            <a:off x="7664724" y="2567423"/>
            <a:ext cx="732894" cy="400110"/>
          </a:xfrm>
          <a:prstGeom prst="rect">
            <a:avLst/>
          </a:prstGeom>
          <a:noFill/>
        </p:spPr>
        <p:txBody>
          <a:bodyPr wrap="non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CI Agent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Answers</a:t>
            </a:r>
          </a:p>
        </p:txBody>
      </p:sp>
      <p:grpSp>
        <p:nvGrpSpPr>
          <p:cNvPr id="399" name="Group 398">
            <a:extLst>
              <a:ext uri="{FF2B5EF4-FFF2-40B4-BE49-F238E27FC236}">
                <a16:creationId xmlns:a16="http://schemas.microsoft.com/office/drawing/2014/main" id="{EF17E8AD-8521-48D9-D585-57ACFDE07649}"/>
              </a:ext>
            </a:extLst>
          </p:cNvPr>
          <p:cNvGrpSpPr/>
          <p:nvPr/>
        </p:nvGrpSpPr>
        <p:grpSpPr>
          <a:xfrm>
            <a:off x="6846412" y="57429"/>
            <a:ext cx="2673317" cy="1252628"/>
            <a:chOff x="7506193" y="-114598"/>
            <a:chExt cx="2673317" cy="1252628"/>
          </a:xfrm>
        </p:grpSpPr>
        <p:grpSp>
          <p:nvGrpSpPr>
            <p:cNvPr id="383" name="Group 382">
              <a:extLst>
                <a:ext uri="{FF2B5EF4-FFF2-40B4-BE49-F238E27FC236}">
                  <a16:creationId xmlns:a16="http://schemas.microsoft.com/office/drawing/2014/main" id="{6D742E05-5F5A-F3DA-D798-2DA195776BC4}"/>
                </a:ext>
              </a:extLst>
            </p:cNvPr>
            <p:cNvGrpSpPr/>
            <p:nvPr/>
          </p:nvGrpSpPr>
          <p:grpSpPr>
            <a:xfrm>
              <a:off x="7506193" y="-114598"/>
              <a:ext cx="2673317" cy="1252628"/>
              <a:chOff x="7497548" y="305987"/>
              <a:chExt cx="2673317" cy="1252628"/>
            </a:xfrm>
          </p:grpSpPr>
          <p:sp>
            <p:nvSpPr>
              <p:cNvPr id="384" name="Rectangle: Rounded Corners 383">
                <a:extLst>
                  <a:ext uri="{FF2B5EF4-FFF2-40B4-BE49-F238E27FC236}">
                    <a16:creationId xmlns:a16="http://schemas.microsoft.com/office/drawing/2014/main" id="{88A7A7B3-155B-6CE5-1AD9-1D8F4434C35D}"/>
                  </a:ext>
                </a:extLst>
              </p:cNvPr>
              <p:cNvSpPr/>
              <p:nvPr/>
            </p:nvSpPr>
            <p:spPr>
              <a:xfrm>
                <a:off x="7497548" y="539138"/>
                <a:ext cx="2673317" cy="1019477"/>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85" name="TextBox 384">
                <a:extLst>
                  <a:ext uri="{FF2B5EF4-FFF2-40B4-BE49-F238E27FC236}">
                    <a16:creationId xmlns:a16="http://schemas.microsoft.com/office/drawing/2014/main" id="{421F98B0-7951-0F3E-2232-49342F7A2C80}"/>
                  </a:ext>
                </a:extLst>
              </p:cNvPr>
              <p:cNvSpPr txBox="1"/>
              <p:nvPr/>
            </p:nvSpPr>
            <p:spPr>
              <a:xfrm>
                <a:off x="8663326" y="305987"/>
                <a:ext cx="341760" cy="200055"/>
              </a:xfrm>
              <a:prstGeom prst="rect">
                <a:avLst/>
              </a:prstGeom>
              <a:no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Key</a:t>
                </a:r>
              </a:p>
            </p:txBody>
          </p:sp>
        </p:grpSp>
        <p:cxnSp>
          <p:nvCxnSpPr>
            <p:cNvPr id="390" name="Straight Arrow Connector 12">
              <a:extLst>
                <a:ext uri="{FF2B5EF4-FFF2-40B4-BE49-F238E27FC236}">
                  <a16:creationId xmlns:a16="http://schemas.microsoft.com/office/drawing/2014/main" id="{FB33488A-4CD0-192A-99B8-04E75E05E0C7}"/>
                </a:ext>
              </a:extLst>
            </p:cNvPr>
            <p:cNvCxnSpPr>
              <a:cxnSpLocks/>
            </p:cNvCxnSpPr>
            <p:nvPr/>
          </p:nvCxnSpPr>
          <p:spPr>
            <a:xfrm flipH="1">
              <a:off x="7799916" y="363172"/>
              <a:ext cx="456315" cy="0"/>
            </a:xfrm>
            <a:prstGeom prst="straightConnector1">
              <a:avLst/>
            </a:prstGeom>
            <a:ln w="25400">
              <a:headEnd type="none"/>
              <a:tailEnd type="none"/>
            </a:ln>
          </p:spPr>
          <p:style>
            <a:lnRef idx="1">
              <a:schemeClr val="accent1"/>
            </a:lnRef>
            <a:fillRef idx="0">
              <a:schemeClr val="accent1"/>
            </a:fillRef>
            <a:effectRef idx="0">
              <a:schemeClr val="accent1"/>
            </a:effectRef>
            <a:fontRef idx="minor">
              <a:schemeClr val="tx1"/>
            </a:fontRef>
          </p:style>
        </p:cxnSp>
        <p:cxnSp>
          <p:nvCxnSpPr>
            <p:cNvPr id="394" name="Straight Arrow Connector 12">
              <a:extLst>
                <a:ext uri="{FF2B5EF4-FFF2-40B4-BE49-F238E27FC236}">
                  <a16:creationId xmlns:a16="http://schemas.microsoft.com/office/drawing/2014/main" id="{8E28FC46-D250-0473-CE66-513ADABDA1AF}"/>
                </a:ext>
              </a:extLst>
            </p:cNvPr>
            <p:cNvCxnSpPr>
              <a:cxnSpLocks/>
            </p:cNvCxnSpPr>
            <p:nvPr/>
          </p:nvCxnSpPr>
          <p:spPr>
            <a:xfrm flipH="1">
              <a:off x="7799916" y="563429"/>
              <a:ext cx="456315" cy="0"/>
            </a:xfrm>
            <a:prstGeom prst="straightConnector1">
              <a:avLst/>
            </a:prstGeom>
            <a:ln w="25400">
              <a:solidFill>
                <a:srgbClr val="FFB9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5" name="Straight Arrow Connector 12">
              <a:extLst>
                <a:ext uri="{FF2B5EF4-FFF2-40B4-BE49-F238E27FC236}">
                  <a16:creationId xmlns:a16="http://schemas.microsoft.com/office/drawing/2014/main" id="{86E64A8C-07B5-8F9F-D9D3-BFD109A1CFB3}"/>
                </a:ext>
              </a:extLst>
            </p:cNvPr>
            <p:cNvCxnSpPr>
              <a:cxnSpLocks/>
            </p:cNvCxnSpPr>
            <p:nvPr/>
          </p:nvCxnSpPr>
          <p:spPr>
            <a:xfrm flipH="1">
              <a:off x="7811059" y="792874"/>
              <a:ext cx="456315" cy="0"/>
            </a:xfrm>
            <a:prstGeom prst="straightConnector1">
              <a:avLst/>
            </a:prstGeom>
            <a:ln w="25400">
              <a:solidFill>
                <a:schemeClr val="accent4">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6" name="TextBox 395">
              <a:extLst>
                <a:ext uri="{FF2B5EF4-FFF2-40B4-BE49-F238E27FC236}">
                  <a16:creationId xmlns:a16="http://schemas.microsoft.com/office/drawing/2014/main" id="{86756196-1ECE-7B90-3433-08570A181FD9}"/>
                </a:ext>
              </a:extLst>
            </p:cNvPr>
            <p:cNvSpPr txBox="1"/>
            <p:nvPr/>
          </p:nvSpPr>
          <p:spPr>
            <a:xfrm>
              <a:off x="8291776" y="696587"/>
              <a:ext cx="131008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DE971">
                      <a:lumMod val="50000"/>
                    </a:srgbClr>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End User Requests</a:t>
              </a:r>
            </a:p>
          </p:txBody>
        </p:sp>
        <p:sp>
          <p:nvSpPr>
            <p:cNvPr id="397" name="TextBox 396">
              <a:extLst>
                <a:ext uri="{FF2B5EF4-FFF2-40B4-BE49-F238E27FC236}">
                  <a16:creationId xmlns:a16="http://schemas.microsoft.com/office/drawing/2014/main" id="{900A358C-B463-1A79-346C-7200C1FD9C0C}"/>
                </a:ext>
              </a:extLst>
            </p:cNvPr>
            <p:cNvSpPr txBox="1"/>
            <p:nvPr/>
          </p:nvSpPr>
          <p:spPr>
            <a:xfrm>
              <a:off x="8350807" y="455455"/>
              <a:ext cx="131008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B90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Science Requests</a:t>
              </a:r>
            </a:p>
          </p:txBody>
        </p:sp>
        <p:sp>
          <p:nvSpPr>
            <p:cNvPr id="398" name="TextBox 397">
              <a:extLst>
                <a:ext uri="{FF2B5EF4-FFF2-40B4-BE49-F238E27FC236}">
                  <a16:creationId xmlns:a16="http://schemas.microsoft.com/office/drawing/2014/main" id="{E3E5708E-9241-7956-01EE-E1F01C69AB1D}"/>
                </a:ext>
              </a:extLst>
            </p:cNvPr>
            <p:cNvSpPr txBox="1"/>
            <p:nvPr/>
          </p:nvSpPr>
          <p:spPr>
            <a:xfrm>
              <a:off x="8308827" y="226209"/>
              <a:ext cx="1310087" cy="215444"/>
            </a:xfrm>
            <a:prstGeom prst="rect">
              <a:avLst/>
            </a:prstGeom>
            <a:noFill/>
          </p:spPr>
          <p:txBody>
            <a:bodyPr wrap="square" lIns="91440" tIns="45720" rIns="91440" bIns="45720" rtlCol="0">
              <a:spAutoFit/>
            </a:body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78D4"/>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Data Flow</a:t>
              </a:r>
            </a:p>
          </p:txBody>
        </p:sp>
      </p:grpSp>
      <p:grpSp>
        <p:nvGrpSpPr>
          <p:cNvPr id="402" name="Group 401">
            <a:extLst>
              <a:ext uri="{FF2B5EF4-FFF2-40B4-BE49-F238E27FC236}">
                <a16:creationId xmlns:a16="http://schemas.microsoft.com/office/drawing/2014/main" id="{94B7A45A-7709-2AE6-C7FC-AED505E47183}"/>
              </a:ext>
            </a:extLst>
          </p:cNvPr>
          <p:cNvGrpSpPr/>
          <p:nvPr/>
        </p:nvGrpSpPr>
        <p:grpSpPr>
          <a:xfrm>
            <a:off x="1997700" y="467606"/>
            <a:ext cx="2673317" cy="1721368"/>
            <a:chOff x="1997700" y="467606"/>
            <a:chExt cx="2673317" cy="1721368"/>
          </a:xfrm>
        </p:grpSpPr>
        <p:sp>
          <p:nvSpPr>
            <p:cNvPr id="309" name="Rectangle: Rounded Corners 308">
              <a:extLst>
                <a:ext uri="{FF2B5EF4-FFF2-40B4-BE49-F238E27FC236}">
                  <a16:creationId xmlns:a16="http://schemas.microsoft.com/office/drawing/2014/main" id="{C1A7A8B7-8FBB-178E-B965-84D4FA5CA8FE}"/>
                </a:ext>
              </a:extLst>
            </p:cNvPr>
            <p:cNvSpPr/>
            <p:nvPr/>
          </p:nvSpPr>
          <p:spPr>
            <a:xfrm>
              <a:off x="1997700" y="467606"/>
              <a:ext cx="2673317" cy="1721368"/>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10" name="TextBox 309">
              <a:extLst>
                <a:ext uri="{FF2B5EF4-FFF2-40B4-BE49-F238E27FC236}">
                  <a16:creationId xmlns:a16="http://schemas.microsoft.com/office/drawing/2014/main" id="{788F39E5-3188-E158-DDE0-FE98148E5C4F}"/>
                </a:ext>
              </a:extLst>
            </p:cNvPr>
            <p:cNvSpPr txBox="1"/>
            <p:nvPr/>
          </p:nvSpPr>
          <p:spPr>
            <a:xfrm>
              <a:off x="2936867" y="486221"/>
              <a:ext cx="662361" cy="200055"/>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Not Shown</a:t>
              </a:r>
            </a:p>
          </p:txBody>
        </p:sp>
        <p:sp>
          <p:nvSpPr>
            <p:cNvPr id="311" name="TextBox 310">
              <a:extLst>
                <a:ext uri="{FF2B5EF4-FFF2-40B4-BE49-F238E27FC236}">
                  <a16:creationId xmlns:a16="http://schemas.microsoft.com/office/drawing/2014/main" id="{52805F85-D208-B58F-07B2-8E37AF1C9BCE}"/>
                </a:ext>
              </a:extLst>
            </p:cNvPr>
            <p:cNvSpPr txBox="1"/>
            <p:nvPr/>
          </p:nvSpPr>
          <p:spPr>
            <a:xfrm>
              <a:off x="2194732" y="1030858"/>
              <a:ext cx="1003801" cy="400110"/>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API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Management</a:t>
              </a:r>
            </a:p>
          </p:txBody>
        </p:sp>
        <p:pic>
          <p:nvPicPr>
            <p:cNvPr id="312" name="Graphic 48">
              <a:extLst>
                <a:ext uri="{FF2B5EF4-FFF2-40B4-BE49-F238E27FC236}">
                  <a16:creationId xmlns:a16="http://schemas.microsoft.com/office/drawing/2014/main" id="{AC1F2AE4-93FA-3F34-BFB3-EF6B537C05C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471901" y="670262"/>
              <a:ext cx="443301" cy="371287"/>
            </a:xfrm>
            <a:prstGeom prst="rect">
              <a:avLst/>
            </a:prstGeom>
          </p:spPr>
        </p:pic>
        <p:sp>
          <p:nvSpPr>
            <p:cNvPr id="313" name="TextBox 312">
              <a:extLst>
                <a:ext uri="{FF2B5EF4-FFF2-40B4-BE49-F238E27FC236}">
                  <a16:creationId xmlns:a16="http://schemas.microsoft.com/office/drawing/2014/main" id="{7B5EA2A6-1394-D228-A640-CFB66ABE95F3}"/>
                </a:ext>
              </a:extLst>
            </p:cNvPr>
            <p:cNvSpPr txBox="1"/>
            <p:nvPr/>
          </p:nvSpPr>
          <p:spPr>
            <a:xfrm>
              <a:off x="3320720" y="1108069"/>
              <a:ext cx="1138452" cy="246221"/>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Microsoft Entra</a:t>
              </a:r>
            </a:p>
          </p:txBody>
        </p:sp>
        <p:pic>
          <p:nvPicPr>
            <p:cNvPr id="314" name="Graphic 50">
              <a:extLst>
                <a:ext uri="{FF2B5EF4-FFF2-40B4-BE49-F238E27FC236}">
                  <a16:creationId xmlns:a16="http://schemas.microsoft.com/office/drawing/2014/main" id="{8ED33513-5220-FCF8-9FC1-F42F581ECCE1}"/>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692745" y="672832"/>
              <a:ext cx="456894" cy="406635"/>
            </a:xfrm>
            <a:prstGeom prst="rect">
              <a:avLst/>
            </a:prstGeom>
          </p:spPr>
        </p:pic>
        <p:sp>
          <p:nvSpPr>
            <p:cNvPr id="400" name="TextBox 399">
              <a:extLst>
                <a:ext uri="{FF2B5EF4-FFF2-40B4-BE49-F238E27FC236}">
                  <a16:creationId xmlns:a16="http://schemas.microsoft.com/office/drawing/2014/main" id="{06C48782-529A-D2CC-E0D4-9CAEA24B7BDC}"/>
                </a:ext>
              </a:extLst>
            </p:cNvPr>
            <p:cNvSpPr txBox="1"/>
            <p:nvPr/>
          </p:nvSpPr>
          <p:spPr>
            <a:xfrm>
              <a:off x="2641700" y="1859016"/>
              <a:ext cx="1274708" cy="246221"/>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Private Endpoints</a:t>
              </a:r>
            </a:p>
          </p:txBody>
        </p:sp>
        <p:pic>
          <p:nvPicPr>
            <p:cNvPr id="401" name="Graphic 50">
              <a:extLst>
                <a:ext uri="{FF2B5EF4-FFF2-40B4-BE49-F238E27FC236}">
                  <a16:creationId xmlns:a16="http://schemas.microsoft.com/office/drawing/2014/main" id="{4F9E11D2-2B7E-714C-5ABD-EB48FAF29284}"/>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85789" y="1423779"/>
              <a:ext cx="449016" cy="406635"/>
            </a:xfrm>
            <a:prstGeom prst="rect">
              <a:avLst/>
            </a:prstGeom>
          </p:spPr>
        </p:pic>
      </p:grpSp>
      <p:sp>
        <p:nvSpPr>
          <p:cNvPr id="403" name="TextBox 402">
            <a:extLst>
              <a:ext uri="{FF2B5EF4-FFF2-40B4-BE49-F238E27FC236}">
                <a16:creationId xmlns:a16="http://schemas.microsoft.com/office/drawing/2014/main" id="{4B6288F0-5D06-6548-5AAC-406B51F38A07}"/>
              </a:ext>
            </a:extLst>
          </p:cNvPr>
          <p:cNvSpPr txBox="1"/>
          <p:nvPr/>
        </p:nvSpPr>
        <p:spPr>
          <a:xfrm>
            <a:off x="5778254" y="-13564"/>
            <a:ext cx="556564" cy="307777"/>
          </a:xfrm>
          <a:prstGeom prst="rect">
            <a:avLst/>
          </a:prstGeom>
        </p:spPr>
        <p:txBody>
          <a:bodyPr wrap="none" lIns="91440" tIns="45720" rIns="91440" bIns="45720" anchor="t">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rgbClr val="000000"/>
                </a:solidFill>
                <a:effectLst/>
                <a:uLnTx/>
                <a:uFillTx/>
                <a:latin typeface="Open Sans Semibold"/>
                <a:ea typeface="Open Sans Semibold"/>
                <a:cs typeface="Open Sans Semibold"/>
              </a:rPr>
              <a:t>MvP</a:t>
            </a:r>
            <a:endParaRPr kumimoji="0" lang="en-US" sz="1400" b="1" i="0" u="none" strike="noStrike" kern="0" cap="none" spc="0" normalizeH="0" baseline="0" noProof="0" dirty="0">
              <a:ln>
                <a:noFill/>
              </a:ln>
              <a:solidFill>
                <a:srgbClr val="000000"/>
              </a:solidFill>
              <a:effectLst/>
              <a:uLnTx/>
              <a:uFillTx/>
              <a:latin typeface="Open Sans Semibold"/>
              <a:ea typeface="Open Sans Semibold"/>
              <a:cs typeface="Open Sans Semibold"/>
            </a:endParaRPr>
          </a:p>
        </p:txBody>
      </p:sp>
    </p:spTree>
    <p:extLst>
      <p:ext uri="{BB962C8B-B14F-4D97-AF65-F5344CB8AC3E}">
        <p14:creationId xmlns:p14="http://schemas.microsoft.com/office/powerpoint/2010/main" val="327743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ED8C9-8E6B-0A7E-5E8C-665701E1FC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99A639-41E8-10CC-3419-B21C6F9159FA}"/>
              </a:ext>
            </a:extLst>
          </p:cNvPr>
          <p:cNvSpPr>
            <a:spLocks noGrp="1"/>
          </p:cNvSpPr>
          <p:nvPr>
            <p:ph type="title"/>
          </p:nvPr>
        </p:nvSpPr>
        <p:spPr>
          <a:xfrm>
            <a:off x="747486" y="4779033"/>
            <a:ext cx="11025188" cy="498598"/>
          </a:xfrm>
          <a:effectLst>
            <a:outerShdw blurRad="50800" dist="38100" dir="2700000" algn="tl" rotWithShape="0">
              <a:prstClr val="black">
                <a:alpha val="25000"/>
              </a:prstClr>
            </a:outerShdw>
          </a:effectLst>
        </p:spPr>
        <p:txBody>
          <a:bodyPr/>
          <a:lstStyle/>
          <a:p>
            <a:r>
              <a:rPr lang="en-US" spc="-147" dirty="0">
                <a:ln>
                  <a:noFill/>
                </a:ln>
                <a:solidFill>
                  <a:srgbClr val="FFFFFF"/>
                </a:solidFill>
                <a:latin typeface="Segoe UI Semibold" panose="020B0702040204020203" pitchFamily="34" charset="0"/>
                <a:cs typeface="Segoe UI Semibold" panose="020B0702040204020203" pitchFamily="34" charset="0"/>
              </a:rPr>
              <a:t>Agent Loan Processing</a:t>
            </a:r>
          </a:p>
        </p:txBody>
      </p:sp>
      <p:pic>
        <p:nvPicPr>
          <p:cNvPr id="10" name="MS logo white - EMF" descr="Microsoft logo white text version">
            <a:extLst>
              <a:ext uri="{FF2B5EF4-FFF2-40B4-BE49-F238E27FC236}">
                <a16:creationId xmlns:a16="http://schemas.microsoft.com/office/drawing/2014/main" id="{E6345106-A4B4-F295-6065-5DF66683FA41}"/>
              </a:ext>
            </a:extLst>
          </p:cNvPr>
          <p:cNvPicPr>
            <a:picLocks noChangeAspect="1"/>
          </p:cNvPicPr>
          <p:nvPr/>
        </p:nvPicPr>
        <p:blipFill>
          <a:blip r:embed="rId3"/>
          <a:stretch>
            <a:fillRect/>
          </a:stretch>
        </p:blipFill>
        <p:spPr bwMode="black">
          <a:xfrm>
            <a:off x="10536888" y="6274962"/>
            <a:ext cx="1366245" cy="292608"/>
          </a:xfrm>
          <a:prstGeom prst="rect">
            <a:avLst/>
          </a:prstGeom>
        </p:spPr>
      </p:pic>
    </p:spTree>
    <p:extLst>
      <p:ext uri="{BB962C8B-B14F-4D97-AF65-F5344CB8AC3E}">
        <p14:creationId xmlns:p14="http://schemas.microsoft.com/office/powerpoint/2010/main" val="275512496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273FB-3955-526C-BF72-D04323F91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358CC-F4CE-3040-F679-45BD84E2C3D4}"/>
              </a:ext>
            </a:extLst>
          </p:cNvPr>
          <p:cNvSpPr>
            <a:spLocks noGrp="1"/>
          </p:cNvSpPr>
          <p:nvPr>
            <p:ph type="title"/>
          </p:nvPr>
        </p:nvSpPr>
        <p:spPr>
          <a:xfrm>
            <a:off x="640080" y="914399"/>
            <a:ext cx="10847494" cy="1171069"/>
          </a:xfrm>
        </p:spPr>
        <p:txBody>
          <a:bodyPr vert="horz" lIns="91440" tIns="45720" rIns="91440" bIns="45720" rtlCol="0" anchor="t">
            <a:normAutofit/>
          </a:bodyPr>
          <a:lstStyle/>
          <a:p>
            <a:r>
              <a:rPr lang="en-US" sz="3700" b="1" dirty="0"/>
              <a:t>Overall Student Loan Processing</a:t>
            </a:r>
          </a:p>
        </p:txBody>
      </p:sp>
      <p:pic>
        <p:nvPicPr>
          <p:cNvPr id="11" name="Picture 10" descr="A diagram with text and a box&#10;&#10;AI-generated content may be incorrect.">
            <a:extLst>
              <a:ext uri="{FF2B5EF4-FFF2-40B4-BE49-F238E27FC236}">
                <a16:creationId xmlns:a16="http://schemas.microsoft.com/office/drawing/2014/main" id="{69BC2532-54D3-9D14-09FB-0C717E0FB1DC}"/>
              </a:ext>
            </a:extLst>
          </p:cNvPr>
          <p:cNvPicPr>
            <a:picLocks noChangeAspect="1"/>
          </p:cNvPicPr>
          <p:nvPr/>
        </p:nvPicPr>
        <p:blipFill>
          <a:blip r:embed="rId3"/>
          <a:stretch>
            <a:fillRect/>
          </a:stretch>
        </p:blipFill>
        <p:spPr>
          <a:xfrm>
            <a:off x="704426" y="2085468"/>
            <a:ext cx="10427236" cy="2952902"/>
          </a:xfrm>
          <a:prstGeom prst="rect">
            <a:avLst/>
          </a:prstGeom>
        </p:spPr>
      </p:pic>
    </p:spTree>
    <p:extLst>
      <p:ext uri="{BB962C8B-B14F-4D97-AF65-F5344CB8AC3E}">
        <p14:creationId xmlns:p14="http://schemas.microsoft.com/office/powerpoint/2010/main" val="1619182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954F-2C3D-75B3-F9B9-AA5AD2A2FA24}"/>
            </a:ext>
          </a:extLst>
        </p:cNvPr>
        <p:cNvGrpSpPr/>
        <p:nvPr/>
      </p:nvGrpSpPr>
      <p:grpSpPr>
        <a:xfrm>
          <a:off x="0" y="0"/>
          <a:ext cx="0" cy="0"/>
          <a:chOff x="0" y="0"/>
          <a:chExt cx="0" cy="0"/>
        </a:xfrm>
      </p:grpSpPr>
      <p:pic>
        <p:nvPicPr>
          <p:cNvPr id="5" name="Picture 4" descr="A diagram of a computer network&#10;&#10;AI-generated content may be incorrect.">
            <a:extLst>
              <a:ext uri="{FF2B5EF4-FFF2-40B4-BE49-F238E27FC236}">
                <a16:creationId xmlns:a16="http://schemas.microsoft.com/office/drawing/2014/main" id="{F9FED424-C545-0FC8-EDE7-8E3581D5D191}"/>
              </a:ext>
            </a:extLst>
          </p:cNvPr>
          <p:cNvPicPr>
            <a:picLocks noChangeAspect="1"/>
          </p:cNvPicPr>
          <p:nvPr/>
        </p:nvPicPr>
        <p:blipFill>
          <a:blip r:embed="rId3"/>
          <a:stretch>
            <a:fillRect/>
          </a:stretch>
        </p:blipFill>
        <p:spPr>
          <a:xfrm>
            <a:off x="1747954" y="2027154"/>
            <a:ext cx="7824619" cy="4069521"/>
          </a:xfrm>
          <a:prstGeom prst="rect">
            <a:avLst/>
          </a:prstGeom>
        </p:spPr>
      </p:pic>
      <p:sp>
        <p:nvSpPr>
          <p:cNvPr id="153" name="TextBox 152">
            <a:extLst>
              <a:ext uri="{FF2B5EF4-FFF2-40B4-BE49-F238E27FC236}">
                <a16:creationId xmlns:a16="http://schemas.microsoft.com/office/drawing/2014/main" id="{135D3523-285B-55FF-28C5-7A1A60DFFC4F}"/>
              </a:ext>
            </a:extLst>
          </p:cNvPr>
          <p:cNvSpPr txBox="1"/>
          <p:nvPr/>
        </p:nvSpPr>
        <p:spPr>
          <a:xfrm>
            <a:off x="5660264" y="440195"/>
            <a:ext cx="731289" cy="307777"/>
          </a:xfrm>
          <a:prstGeom prst="rect">
            <a:avLst/>
          </a:prstGeom>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t>
            </a:r>
          </a:p>
        </p:txBody>
      </p:sp>
      <p:sp>
        <p:nvSpPr>
          <p:cNvPr id="2" name="Title 2">
            <a:extLst>
              <a:ext uri="{FF2B5EF4-FFF2-40B4-BE49-F238E27FC236}">
                <a16:creationId xmlns:a16="http://schemas.microsoft.com/office/drawing/2014/main" id="{F1BBAE3E-DF51-1AEA-0D57-FF7CF23B3359}"/>
              </a:ext>
            </a:extLst>
          </p:cNvPr>
          <p:cNvSpPr txBox="1">
            <a:spLocks/>
          </p:cNvSpPr>
          <p:nvPr/>
        </p:nvSpPr>
        <p:spPr>
          <a:xfrm>
            <a:off x="615522" y="36988"/>
            <a:ext cx="11252200" cy="334102"/>
          </a:xfrm>
          <a:prstGeom prst="rect">
            <a:avLst/>
          </a:prstGeom>
        </p:spPr>
        <p:txBody>
          <a:bodyPr vert="horz" wrap="square" lIns="146304" tIns="91440" rIns="146304" bIns="91440" rtlCol="0" anchor="t">
            <a:noAutofit/>
          </a:bodyPr>
          <a:lstStyle>
            <a:lvl1pPr algn="l" defTabSz="914192" rtl="0" eaLnBrk="1" latinLnBrk="0" hangingPunct="1">
              <a:lnSpc>
                <a:spcPct val="90000"/>
              </a:lnSpc>
              <a:spcBef>
                <a:spcPct val="0"/>
              </a:spcBef>
              <a:buNone/>
              <a:defRPr lang="en-US" sz="4704"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100" normalizeH="0" baseline="0" noProof="0">
                <a:ln w="3175">
                  <a:noFill/>
                </a:ln>
                <a:gradFill>
                  <a:gsLst>
                    <a:gs pos="1250">
                      <a:srgbClr val="505050"/>
                    </a:gs>
                    <a:gs pos="100000">
                      <a:srgbClr val="505050"/>
                    </a:gs>
                  </a:gsLst>
                  <a:lin ang="5400000" scaled="0"/>
                </a:gradFill>
                <a:effectLst/>
                <a:uLnTx/>
                <a:uFillTx/>
                <a:latin typeface="Calibri Light" panose="020F0302020204030204" pitchFamily="34" charset="0"/>
                <a:ea typeface="Calibri Light" panose="020F0302020204030204" pitchFamily="34" charset="0"/>
                <a:cs typeface="Calibri Light" panose="020F0302020204030204" pitchFamily="34" charset="0"/>
              </a:rPr>
              <a:t>High-level Architecture (Detailed)| Data Flow and Consumption</a:t>
            </a:r>
          </a:p>
        </p:txBody>
      </p:sp>
      <p:grpSp>
        <p:nvGrpSpPr>
          <p:cNvPr id="157" name="Group 156">
            <a:extLst>
              <a:ext uri="{FF2B5EF4-FFF2-40B4-BE49-F238E27FC236}">
                <a16:creationId xmlns:a16="http://schemas.microsoft.com/office/drawing/2014/main" id="{DBBBBEB7-31B6-901A-1E1D-62C633C2FDEC}"/>
              </a:ext>
            </a:extLst>
          </p:cNvPr>
          <p:cNvGrpSpPr/>
          <p:nvPr/>
        </p:nvGrpSpPr>
        <p:grpSpPr>
          <a:xfrm>
            <a:off x="1199811" y="1140470"/>
            <a:ext cx="2673317" cy="1019477"/>
            <a:chOff x="7497548" y="539138"/>
            <a:chExt cx="2673317" cy="1019477"/>
          </a:xfrm>
        </p:grpSpPr>
        <p:sp>
          <p:nvSpPr>
            <p:cNvPr id="158" name="Rectangle: Rounded Corners 157">
              <a:extLst>
                <a:ext uri="{FF2B5EF4-FFF2-40B4-BE49-F238E27FC236}">
                  <a16:creationId xmlns:a16="http://schemas.microsoft.com/office/drawing/2014/main" id="{3B5148AA-4912-AD39-CE8C-DC9F513C8C60}"/>
                </a:ext>
              </a:extLst>
            </p:cNvPr>
            <p:cNvSpPr/>
            <p:nvPr/>
          </p:nvSpPr>
          <p:spPr>
            <a:xfrm>
              <a:off x="7497548" y="539138"/>
              <a:ext cx="2673317" cy="1019477"/>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61" name="TextBox 160">
              <a:extLst>
                <a:ext uri="{FF2B5EF4-FFF2-40B4-BE49-F238E27FC236}">
                  <a16:creationId xmlns:a16="http://schemas.microsoft.com/office/drawing/2014/main" id="{7A5639FE-6A17-C644-A2E1-D3D43D1A8317}"/>
                </a:ext>
              </a:extLst>
            </p:cNvPr>
            <p:cNvSpPr txBox="1"/>
            <p:nvPr/>
          </p:nvSpPr>
          <p:spPr>
            <a:xfrm>
              <a:off x="8436715" y="557753"/>
              <a:ext cx="662361" cy="200055"/>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Not Shown</a:t>
              </a:r>
            </a:p>
          </p:txBody>
        </p:sp>
        <p:sp>
          <p:nvSpPr>
            <p:cNvPr id="162" name="TextBox 161">
              <a:extLst>
                <a:ext uri="{FF2B5EF4-FFF2-40B4-BE49-F238E27FC236}">
                  <a16:creationId xmlns:a16="http://schemas.microsoft.com/office/drawing/2014/main" id="{0B9F2EE0-61E8-7465-60CF-79E3C0E3D901}"/>
                </a:ext>
              </a:extLst>
            </p:cNvPr>
            <p:cNvSpPr txBox="1"/>
            <p:nvPr/>
          </p:nvSpPr>
          <p:spPr>
            <a:xfrm>
              <a:off x="7694580" y="1102390"/>
              <a:ext cx="1003801" cy="400110"/>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Azure API </a:t>
              </a:r>
            </a:p>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Management</a:t>
              </a:r>
            </a:p>
          </p:txBody>
        </p:sp>
        <p:pic>
          <p:nvPicPr>
            <p:cNvPr id="163" name="Graphic 48">
              <a:extLst>
                <a:ext uri="{FF2B5EF4-FFF2-40B4-BE49-F238E27FC236}">
                  <a16:creationId xmlns:a16="http://schemas.microsoft.com/office/drawing/2014/main" id="{DF579D44-D07A-F5AA-7858-549F7BE6368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71749" y="741794"/>
              <a:ext cx="443301" cy="371287"/>
            </a:xfrm>
            <a:prstGeom prst="rect">
              <a:avLst/>
            </a:prstGeom>
          </p:spPr>
        </p:pic>
        <p:sp>
          <p:nvSpPr>
            <p:cNvPr id="164" name="TextBox 163">
              <a:extLst>
                <a:ext uri="{FF2B5EF4-FFF2-40B4-BE49-F238E27FC236}">
                  <a16:creationId xmlns:a16="http://schemas.microsoft.com/office/drawing/2014/main" id="{9B88D130-BEA1-63E9-CA9E-4725CCC8ED8D}"/>
                </a:ext>
              </a:extLst>
            </p:cNvPr>
            <p:cNvSpPr txBox="1"/>
            <p:nvPr/>
          </p:nvSpPr>
          <p:spPr>
            <a:xfrm>
              <a:off x="8820568" y="1179601"/>
              <a:ext cx="1138452" cy="246221"/>
            </a:xfrm>
            <a:prstGeom prst="rect">
              <a:avLst/>
            </a:prstGeom>
            <a:solidFill>
              <a:schemeClr val="bg1"/>
            </a:solidFill>
          </p:spPr>
          <p:txBody>
            <a:bodyPr wrap="none">
              <a:spAutoFit/>
            </a:bodyPr>
            <a:lstStyle>
              <a:defPPr>
                <a:defRPr lang="en-US"/>
              </a:defPPr>
              <a:lvl1pPr defTabSz="950973">
                <a:defRPr sz="900" kern="0">
                  <a:solidFill>
                    <a:schemeClr val="tx1"/>
                  </a:solidFill>
                  <a:latin typeface="Segoe UI Semibold" panose="020B0702040204020203" pitchFamily="34" charset="0"/>
                  <a:ea typeface="MS PGothic" panose="020B0600070205080204" pitchFamily="34" charset="-128"/>
                  <a:cs typeface="Segoe UI Semibold" panose="020B07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50973"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505050"/>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Microsoft Entra</a:t>
              </a:r>
            </a:p>
          </p:txBody>
        </p:sp>
        <p:pic>
          <p:nvPicPr>
            <p:cNvPr id="165" name="Graphic 50">
              <a:extLst>
                <a:ext uri="{FF2B5EF4-FFF2-40B4-BE49-F238E27FC236}">
                  <a16:creationId xmlns:a16="http://schemas.microsoft.com/office/drawing/2014/main" id="{BA529733-6A46-42CA-46A1-7C41619F7C9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192593" y="744364"/>
              <a:ext cx="456894" cy="406635"/>
            </a:xfrm>
            <a:prstGeom prst="rect">
              <a:avLst/>
            </a:prstGeom>
          </p:spPr>
        </p:pic>
      </p:grpSp>
    </p:spTree>
    <p:extLst>
      <p:ext uri="{BB962C8B-B14F-4D97-AF65-F5344CB8AC3E}">
        <p14:creationId xmlns:p14="http://schemas.microsoft.com/office/powerpoint/2010/main" val="2583892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11186-11FF-795F-ACB8-30637F8C56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B0E998-39AF-A6C7-E222-26E6A5F7E72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cs typeface="+mj-cs"/>
              </a:rPr>
              <a:t>Agent Loan Processing Demo</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18642024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41FEE-C282-71FB-A040-5F474CD74E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05A2F7-46F4-1753-0366-1EFD8723C25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err="1">
                <a:solidFill>
                  <a:srgbClr val="FFFFFF"/>
                </a:solidFill>
                <a:latin typeface="+mj-lt"/>
                <a:ea typeface="+mj-ea"/>
                <a:cs typeface="+mj-cs"/>
              </a:rPr>
              <a:t>VoiceRAG</a:t>
            </a:r>
            <a:r>
              <a:rPr lang="en-US" sz="4800" kern="1200" dirty="0">
                <a:solidFill>
                  <a:srgbClr val="FFFFFF"/>
                </a:solidFill>
                <a:latin typeface="+mj-lt"/>
                <a:ea typeface="+mj-ea"/>
                <a:cs typeface="+mj-cs"/>
              </a:rPr>
              <a:t>: Voice using Azure AI Search and GPT for Audio</a:t>
            </a:r>
          </a:p>
        </p:txBody>
      </p:sp>
    </p:spTree>
    <p:extLst>
      <p:ext uri="{BB962C8B-B14F-4D97-AF65-F5344CB8AC3E}">
        <p14:creationId xmlns:p14="http://schemas.microsoft.com/office/powerpoint/2010/main" val="416261472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DF26B-EE0C-A3AE-C11A-55212AD81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F3613-3499-4C80-B45A-8A9601F9F41B}"/>
              </a:ext>
            </a:extLst>
          </p:cNvPr>
          <p:cNvSpPr>
            <a:spLocks noGrp="1"/>
          </p:cNvSpPr>
          <p:nvPr>
            <p:ph type="title"/>
          </p:nvPr>
        </p:nvSpPr>
        <p:spPr>
          <a:xfrm>
            <a:off x="640080" y="914399"/>
            <a:ext cx="10847494" cy="1171069"/>
          </a:xfrm>
        </p:spPr>
        <p:txBody>
          <a:bodyPr vert="horz" lIns="91440" tIns="45720" rIns="91440" bIns="45720" rtlCol="0" anchor="t">
            <a:normAutofit/>
          </a:bodyPr>
          <a:lstStyle/>
          <a:p>
            <a:r>
              <a:rPr lang="en-US" sz="3700" b="1" dirty="0" err="1"/>
              <a:t>VoiceRAG</a:t>
            </a:r>
            <a:r>
              <a:rPr lang="en-US" sz="3700" b="1" dirty="0"/>
              <a:t> Overall Process</a:t>
            </a:r>
          </a:p>
        </p:txBody>
      </p:sp>
      <p:pic>
        <p:nvPicPr>
          <p:cNvPr id="4" name="Picture 3" descr="A diagram of a system&#10;&#10;AI-generated content may be incorrect.">
            <a:extLst>
              <a:ext uri="{FF2B5EF4-FFF2-40B4-BE49-F238E27FC236}">
                <a16:creationId xmlns:a16="http://schemas.microsoft.com/office/drawing/2014/main" id="{6F463EDA-BEF7-5D4F-4F8E-E1648934AA43}"/>
              </a:ext>
            </a:extLst>
          </p:cNvPr>
          <p:cNvPicPr>
            <a:picLocks noChangeAspect="1"/>
          </p:cNvPicPr>
          <p:nvPr/>
        </p:nvPicPr>
        <p:blipFill>
          <a:blip r:embed="rId3"/>
          <a:stretch>
            <a:fillRect/>
          </a:stretch>
        </p:blipFill>
        <p:spPr>
          <a:xfrm>
            <a:off x="1753386" y="1800684"/>
            <a:ext cx="7757720" cy="4222622"/>
          </a:xfrm>
          <a:prstGeom prst="rect">
            <a:avLst/>
          </a:prstGeom>
        </p:spPr>
      </p:pic>
    </p:spTree>
    <p:extLst>
      <p:ext uri="{BB962C8B-B14F-4D97-AF65-F5344CB8AC3E}">
        <p14:creationId xmlns:p14="http://schemas.microsoft.com/office/powerpoint/2010/main" val="4290924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230A-A467-891A-5119-688F8686E4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F26514-9168-63F1-5113-0192AEA51C8D}"/>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err="1">
                <a:solidFill>
                  <a:srgbClr val="FFFFFF"/>
                </a:solidFill>
                <a:cs typeface="+mj-cs"/>
              </a:rPr>
              <a:t>VoiceRAG</a:t>
            </a:r>
            <a:r>
              <a:rPr lang="en-US" sz="4800" dirty="0">
                <a:solidFill>
                  <a:srgbClr val="FFFFFF"/>
                </a:solidFill>
                <a:cs typeface="+mj-cs"/>
              </a:rPr>
              <a:t> Demo</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410530410"/>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89</TotalTime>
  <Words>671</Words>
  <Application>Microsoft Office PowerPoint</Application>
  <PresentationFormat>Widescreen</PresentationFormat>
  <Paragraphs>160</Paragraphs>
  <Slides>11</Slides>
  <Notes>10</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11</vt:i4>
      </vt:variant>
    </vt:vector>
  </HeadingPairs>
  <TitlesOfParts>
    <vt:vector size="26" baseType="lpstr">
      <vt:lpstr>Aptos</vt:lpstr>
      <vt:lpstr>Aptos Display</vt:lpstr>
      <vt:lpstr>Arial</vt:lpstr>
      <vt:lpstr>Calibri</vt:lpstr>
      <vt:lpstr>Calibri Light</vt:lpstr>
      <vt:lpstr>Open Sans Semibold</vt:lpstr>
      <vt:lpstr>Segoe Sans Text</vt:lpstr>
      <vt:lpstr>Segoe Sans Text Semibold</vt:lpstr>
      <vt:lpstr>Segoe UI</vt:lpstr>
      <vt:lpstr>Segoe UI Semibold</vt:lpstr>
      <vt:lpstr>Segoe UI Semilight</vt:lpstr>
      <vt:lpstr>Wingdings</vt:lpstr>
      <vt:lpstr>Office Theme</vt:lpstr>
      <vt:lpstr>1_Azure 2023 Template</vt:lpstr>
      <vt:lpstr>1_Office Theme</vt:lpstr>
      <vt:lpstr>CI Agent</vt:lpstr>
      <vt:lpstr>PowerPoint Presentation</vt:lpstr>
      <vt:lpstr>PowerPoint Presentation</vt:lpstr>
      <vt:lpstr>PowerPoint Presentation</vt:lpstr>
      <vt:lpstr>Agent Loan Processing</vt:lpstr>
      <vt:lpstr>Overall Student Loan Processing</vt:lpstr>
      <vt:lpstr>PowerPoint Presentation</vt:lpstr>
      <vt:lpstr>Agent Loan Processing Demo</vt:lpstr>
      <vt:lpstr>VoiceRAG: Voice using Azure AI Search and GPT for Audio</vt:lpstr>
      <vt:lpstr>VoiceRAG Overall Process</vt:lpstr>
      <vt:lpstr>VoiceRAG Demo</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DJ Dean</dc:creator>
  <cp:lastModifiedBy>DJ Dean</cp:lastModifiedBy>
  <cp:revision>1</cp:revision>
  <dcterms:created xsi:type="dcterms:W3CDTF">2026-01-09T14:37:11Z</dcterms:created>
  <dcterms:modified xsi:type="dcterms:W3CDTF">2026-01-09T16:06:27Z</dcterms:modified>
</cp:coreProperties>
</file>