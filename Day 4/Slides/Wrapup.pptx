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"/>
  </p:notesMasterIdLst>
  <p:sldIdLst>
    <p:sldId id="282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J Dean" userId="aadc01c6-e654-44d8-b125-d45b8bf10ae9" providerId="ADAL" clId="{9AA86334-D8C4-4589-9BCF-209D3E532226}"/>
    <pc:docChg chg="modMainMaster">
      <pc:chgData name="DJ Dean" userId="aadc01c6-e654-44d8-b125-d45b8bf10ae9" providerId="ADAL" clId="{9AA86334-D8C4-4589-9BCF-209D3E532226}" dt="2026-03-11T16:10:29.168" v="0" actId="33475"/>
      <pc:docMkLst>
        <pc:docMk/>
      </pc:docMkLst>
      <pc:sldMasterChg chg="delSp mod">
        <pc:chgData name="DJ Dean" userId="aadc01c6-e654-44d8-b125-d45b8bf10ae9" providerId="ADAL" clId="{9AA86334-D8C4-4589-9BCF-209D3E532226}" dt="2026-03-11T16:10:29.168" v="0" actId="33475"/>
        <pc:sldMasterMkLst>
          <pc:docMk/>
          <pc:sldMasterMk cId="280674632" sldId="2147483660"/>
        </pc:sldMasterMkLst>
        <pc:spChg chg="del">
          <ac:chgData name="DJ Dean" userId="aadc01c6-e654-44d8-b125-d45b8bf10ae9" providerId="ADAL" clId="{9AA86334-D8C4-4589-9BCF-209D3E532226}" dt="2026-03-11T16:10:29.168" v="0" actId="33475"/>
          <ac:spMkLst>
            <pc:docMk/>
            <pc:sldMasterMk cId="280674632" sldId="2147483660"/>
            <ac:spMk id="7" creationId="{670A0470-D3F3-38B9-F2D0-FA394607EA2E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AADC9-99E3-4AE9-A938-78548BCF0F3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748BDB-0900-4B06-B306-98B47E0B51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615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48B36-4AEC-2B88-1CB2-2382D3182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AA70A0-D61F-34E3-DE14-B54B4F84C1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E1BC8A-B853-FC8D-74D5-CD355B1363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084ECB6-1AB9-B540-B19E-F99A00DB385E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821207-9C80-E178-4E50-CD02E017A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099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effectLst/>
                <a:uLnTx/>
                <a:uFillTx/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7EC4AC7-9C89-FE5A-3033-BB1AC78D992A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2072DC8-D49D-432C-9D46-A7718B5F5490}" type="datetime8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 12:10 PM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965912-370C-758B-5EB7-D012AC6B216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4008EB6-D09E-4580-8CD6-DDB1451194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4682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Image source: Microsoft 365 content library
We explored essential services for building AI applications. Participants reviewed real-world AI use cases, including examples from within Pfizer and beyond. The session provided hands-on experience with AI tools and services, allowing everyone to work with and without code, ensuring a practical understanding of AI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8EBD4E-7C71-4344-ADC5-06857CC88D2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171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9EBDB-0943-E7D0-29ED-C5E52361DF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AFA6A7-0884-9785-EEA4-184A3E91C4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64DE87-7221-ABFD-6961-2C3BA715A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0CA7C-ACAF-4C2C-AF02-174CFCE3DB3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D14F2-60A2-7D43-E09A-2D2AEC249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53738-EDC3-6AA6-FF88-6FF5DC0A7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C71F6-F8A5-479C-B8CC-AA41B7A40D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655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D2C73-1BBB-D279-0D3A-672D3FB27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1A1D3-6B17-96F1-D003-138830A46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7241E-7E68-EF20-4C87-55DC29847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0CA7C-ACAF-4C2C-AF02-174CFCE3DB3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F64582-3DD9-53E4-BFA1-F545463A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E7677-BD05-7980-9EFF-70CB1C661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C71F6-F8A5-479C-B8CC-AA41B7A40D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610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AD43A-EEB3-4C45-6363-D0C2A6AFC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6B156-D0C3-AAE0-6906-4AE1ACE45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D69943-E25B-5474-8DB5-503B79B13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0CA7C-ACAF-4C2C-AF02-174CFCE3DB3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8378B7-331A-BF5A-1A94-C1B58328B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C157C-1FEA-0EB3-0449-82D7B9B1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C71F6-F8A5-479C-B8CC-AA41B7A40D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985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CD21C-D57A-2DEC-657C-0A9EB7804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FA7FD-6EE1-CC01-A4D4-F8BD9E4FA9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C1A41-F018-EC1C-0F5E-F66B0B565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6F37EC-3327-58EC-8317-5559F980B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0CA7C-ACAF-4C2C-AF02-174CFCE3DB3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B53A59-B6C5-F6FD-4226-4E319E3E8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0C9AB3-6FAA-2E5B-1209-9425E5CB1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C71F6-F8A5-479C-B8CC-AA41B7A40D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32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13A5E-BCA1-20C4-97BD-DDB353273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1E173-1843-9FE8-0255-8B406BDFE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0D1DD3-20BD-ECBD-3757-FEFFA74867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E8859A-4400-D77B-211B-815FB3DB3F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FD230E-A472-C604-7F18-DE5C18B5A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AAFB81-224B-3C76-ACE3-EA7C60C17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0CA7C-ACAF-4C2C-AF02-174CFCE3DB3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E59BF3-C254-A319-0B5F-0DBB601C3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995F41-B1BB-26B8-B683-F01780731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C71F6-F8A5-479C-B8CC-AA41B7A40D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417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F53B9-481C-D3AD-7BB0-516A330B6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E75D66-577B-80C2-73C5-6975AC98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0CA7C-ACAF-4C2C-AF02-174CFCE3DB3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D66107-7F70-5171-3732-8632FC961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64752A-1691-2108-1E16-A328DFD1E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C71F6-F8A5-479C-B8CC-AA41B7A40D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114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4C2FDB-7C73-A210-453B-5DA5C6197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0CA7C-ACAF-4C2C-AF02-174CFCE3DB3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DBB1D1-AEDD-4CD7-50AC-922D206F9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24260-DF8F-2E69-21CF-7FC49ECE3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C71F6-F8A5-479C-B8CC-AA41B7A40D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569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78AA9-937C-9C34-8914-7A4E6917B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9B3D7-CC45-7AF6-E36F-F7F9D137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A8EF7F-5B7E-3A18-6B68-3B5512183D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D5A962-E8B9-63AB-73BA-CDD04A173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0CA7C-ACAF-4C2C-AF02-174CFCE3DB3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8C048-8D8B-A18A-A6D0-69A448807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6182A-61B8-6DC7-8CEE-ECC800CC4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C71F6-F8A5-479C-B8CC-AA41B7A40D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897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B55BA-EB1D-4272-6BF2-568B93E18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60E657-312B-64D9-02B6-6DF4C60FA8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B85B57-C0CC-32B1-DB11-9F6A5BDE7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668640-A768-E316-542F-C80815C09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0CA7C-ACAF-4C2C-AF02-174CFCE3DB3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A7CE9-6F4E-6AEE-74C5-57B51A900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3B062-1148-91D0-1F36-A64B5E0A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C71F6-F8A5-479C-B8CC-AA41B7A40D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062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102C8-B0E2-FBF6-AA64-D88DD1E23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E13F54-5CE4-D5C5-BCE5-AF174FD4FC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01A0EE-7F6E-BD51-652A-9042D6874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0CA7C-ACAF-4C2C-AF02-174CFCE3DB3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8C484-C385-D2FC-628F-9D78D5D26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38D164-26CE-79F3-5E0D-DCFC80CBA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C71F6-F8A5-479C-B8CC-AA41B7A40D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290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388658-2858-4460-B094-CB4FD8FD7B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B2C830-C29D-0AD1-E397-2ACE102B77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CDB60-2BAC-0529-BEA6-BDD025F27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0CA7C-ACAF-4C2C-AF02-174CFCE3DB3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414632-A375-F65A-70F0-368B876DF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9E27A-8B22-BE78-E4C1-35E05B722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C71F6-F8A5-479C-B8CC-AA41B7A40D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0640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BF06F-4FAF-67C4-BDAA-FBFB9EDAC7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E2F7C2-2634-12E1-22B6-9838E967B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2D8AB9-C78C-280A-33CF-01323BC3E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11C87-EECA-4D7A-8AC3-EFEF2C3BAB9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146057-EB0C-793B-90D7-92E0D180F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CEF68-CE71-E436-14F1-24D138B5D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C4E83-23CE-42EA-A695-2BF563361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4282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01977-9234-B386-4CAF-365B2D5AB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F3E0B-0CE4-E9DB-D485-7BAD144AC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D3AEE5-6803-16A6-5A25-1BE955689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11C87-EECA-4D7A-8AC3-EFEF2C3BAB9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E955D-D8FA-08A4-5831-978769D33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4F7789-068D-C9F1-79B6-47A1F8AD9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C4E83-23CE-42EA-A695-2BF563361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8755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D759F-6F26-42BF-422B-CF26193C0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DC727-6192-D312-B052-B800D73645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6A3524-3F54-9E68-AF12-8DDC964D0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11C87-EECA-4D7A-8AC3-EFEF2C3BAB9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A3639-C7F0-DD65-274D-8CC5B96F1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B497-9320-3568-A33C-43ABFD38F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C4E83-23CE-42EA-A695-2BF563361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0272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6A751-3719-D28A-6F2F-8F2B4B6C8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09B5B-F7B5-9A7B-5E75-6AF512D7C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BD616E-59A7-3558-8726-FEBFADD361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E9990A-3B43-D525-7141-B6707C8E6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11C87-EECA-4D7A-8AC3-EFEF2C3BAB9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188737-CE76-B94A-2FFD-208664FCA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4FC20-25BD-774C-46EB-879B1DAD8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C4E83-23CE-42EA-A695-2BF563361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4799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F93F7-B303-EC7A-F059-75F20CCD2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88586-F4D7-5AE2-5974-2624A6A1B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CF6652-E660-C772-B605-412C75299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6FA517-D822-6265-A590-49A956106F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912E0-673D-4962-92D9-CA0528CD72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B29A5E-ED87-165C-1B90-DC0828A09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11C87-EECA-4D7A-8AC3-EFEF2C3BAB9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449322-88F0-BAD0-0D03-D770E3EB9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BE8F58-52F3-36CC-7E7B-977A456EE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C4E83-23CE-42EA-A695-2BF563361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3659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2A65A-1987-9A02-BBEF-7579DD12E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9C295A-A28C-FA4D-DE63-CC265752F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11C87-EECA-4D7A-8AC3-EFEF2C3BAB9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555675-B366-C196-525A-D21CA407D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926C58-026A-B170-5D02-01C6AB453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C4E83-23CE-42EA-A695-2BF563361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1224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335CB8-A586-D036-B62D-5BBD8A3E0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11C87-EECA-4D7A-8AC3-EFEF2C3BAB9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ADAFB5-F52F-105D-E6E9-1BF629E43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4C681-089B-50D6-7ECE-31DF412A6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C4E83-23CE-42EA-A695-2BF563361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2766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44B3-4220-A70F-B6F1-B37FCA3B5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5A622-89D1-1D91-83A6-37879D0CA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9D44C-8CCD-1459-0498-17E76979D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A8E71-CC68-1DBF-CD05-D1FD91D2C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11C87-EECA-4D7A-8AC3-EFEF2C3BAB9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C3453-A742-3CC4-AF25-DDCF8484D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603918-CBE5-20C8-57FA-2777E194A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C4E83-23CE-42EA-A695-2BF563361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79651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9A9B0-C904-F8E5-0484-8B6479071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469F77-C31E-5423-8E57-2F769B2BA2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101B49-BAC2-7E33-224A-4F32CCC38B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9618EA-5BD2-9BD7-2515-138CB21AC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11C87-EECA-4D7A-8AC3-EFEF2C3BAB9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428FFD-08B5-DC64-8755-2BA201FC8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AED562-E0E5-80EC-E54B-C2896A34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C4E83-23CE-42EA-A695-2BF563361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617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8C35A-3024-B5BC-5E8C-02FC3225B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C630B2-CB94-36E6-C928-E55D09D2B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4993ED-975E-4EDF-C59E-D6C4B4DEE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11C87-EECA-4D7A-8AC3-EFEF2C3BAB9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A7AB2-BD80-E1B2-3BCE-8BB9306B9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F0884-161A-9819-9D3E-CD08F522F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C4E83-23CE-42EA-A695-2BF563361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6465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C3C16-E700-4245-25A9-4ECBAFAB19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FBFB5F-79CB-08EF-EF80-E097FAC6DA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EFF639-6CC4-D126-18F0-A4EFEE36B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11C87-EECA-4D7A-8AC3-EFEF2C3BAB9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B23BB-32DA-E06C-57E1-10B843937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5C3363-80E1-BF16-AAFA-79512E772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C4E83-23CE-42EA-A695-2BF563361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52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DF8C22A3-1AFC-4A9D-8B92-855616DF38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898" y="1"/>
            <a:ext cx="12186203" cy="6857999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3867199"/>
            <a:ext cx="11025188" cy="5539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ctr">
              <a:defRPr sz="36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5193323"/>
            <a:ext cx="11025188" cy="338554"/>
          </a:xfrm>
          <a:noFill/>
        </p:spPr>
        <p:txBody>
          <a:bodyPr wrap="square" lIns="0" tIns="0" rIns="0" bIns="0">
            <a:spAutoFit/>
          </a:bodyPr>
          <a:lstStyle>
            <a:lvl1pPr marL="0" indent="0" algn="ctr">
              <a:spcBef>
                <a:spcPts val="0"/>
              </a:spcBef>
              <a:buNone/>
              <a:defRPr sz="22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10C35-2D08-4AC2-B380-2E49ACC4C1FC}"/>
              </a:ext>
            </a:extLst>
          </p:cNvPr>
          <p:cNvSpPr txBox="1"/>
          <p:nvPr userDrawn="1"/>
        </p:nvSpPr>
        <p:spPr>
          <a:xfrm rot="21172837">
            <a:off x="5172687" y="772148"/>
            <a:ext cx="1502291" cy="102662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pPr algn="l"/>
            <a:endParaRPr lang="en-US" sz="2000" err="1"/>
          </a:p>
        </p:txBody>
      </p:sp>
    </p:spTree>
    <p:extLst>
      <p:ext uri="{BB962C8B-B14F-4D97-AF65-F5344CB8AC3E}">
        <p14:creationId xmlns:p14="http://schemas.microsoft.com/office/powerpoint/2010/main" val="3498443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68927" y="286381"/>
            <a:ext cx="11653523" cy="927940"/>
          </a:xfrm>
          <a:prstGeom prst="rect">
            <a:avLst/>
          </a:prstGeom>
        </p:spPr>
        <p:txBody>
          <a:bodyPr/>
          <a:lstStyle>
            <a:lvl1pPr algn="l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1367165" y="6629335"/>
            <a:ext cx="555597" cy="133860"/>
          </a:xfrm>
          <a:prstGeom prst="rect">
            <a:avLst/>
          </a:prstGeom>
        </p:spPr>
        <p:txBody>
          <a:bodyPr vert="horz" lIns="91440" tIns="0" rIns="0" bIns="0" rtlCol="0" anchor="ctr"/>
          <a:lstStyle>
            <a:lvl1pPr algn="r" defTabSz="914367" fontAlgn="auto">
              <a:spcBef>
                <a:spcPts val="0"/>
              </a:spcBef>
              <a:spcAft>
                <a:spcPts val="0"/>
              </a:spcAft>
              <a:defRPr lang="en-US" sz="882" b="0" kern="1200">
                <a:solidFill>
                  <a:srgbClr val="505050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5FAD755-3BD0-2447-A9DF-109DAABEFD99}" type="slidenum">
              <a:rPr/>
              <a:pPr>
                <a:defRPr/>
              </a:pPr>
              <a:t>‹#›</a:t>
            </a:fld>
            <a:endParaRPr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9239" y="6481587"/>
            <a:ext cx="898127" cy="19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636536"/>
      </p:ext>
    </p:extLst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40" y="1189177"/>
            <a:ext cx="11653523" cy="2052030"/>
          </a:xfrm>
        </p:spPr>
        <p:txBody>
          <a:bodyPr>
            <a:spAutoFit/>
          </a:bodyPr>
          <a:lstStyle>
            <a:lvl1pPr>
              <a:defRPr sz="3920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0" y="0"/>
            <a:ext cx="11655840" cy="899665"/>
          </a:xfrm>
        </p:spPr>
        <p:txBody>
          <a:bodyPr lIns="548640" tIns="548640" rIns="91440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871916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Background 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941E1A-46FF-9B43-8237-B9FAC6645B8E}"/>
              </a:ext>
            </a:extLst>
          </p:cNvPr>
          <p:cNvSpPr/>
          <p:nvPr userDrawn="1"/>
        </p:nvSpPr>
        <p:spPr bwMode="auto">
          <a:xfrm>
            <a:off x="1" y="0"/>
            <a:ext cx="12192000" cy="1439693"/>
          </a:xfrm>
          <a:prstGeom prst="rect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 anchor="ctr">
            <a:spAutoFit/>
          </a:bodyPr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851161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495686"/>
            <a:ext cx="5214937" cy="377335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844675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489200"/>
            <a:ext cx="5214937" cy="3779838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242053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162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245553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Background 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D08175-261D-A74C-8918-CB97ADB19271}"/>
              </a:ext>
            </a:extLst>
          </p:cNvPr>
          <p:cNvSpPr/>
          <p:nvPr userDrawn="1"/>
        </p:nvSpPr>
        <p:spPr bwMode="auto">
          <a:xfrm>
            <a:off x="1" y="0"/>
            <a:ext cx="12192000" cy="1439693"/>
          </a:xfrm>
          <a:prstGeom prst="rect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 anchor="ctr"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853052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844675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088319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16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Lin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BB973DD2-1476-E74C-99DF-240F2E508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502F9BD-EF25-7144-AB08-9EDFAA5C2CEA}"/>
              </a:ext>
            </a:extLst>
          </p:cNvPr>
          <p:cNvCxnSpPr/>
          <p:nvPr userDrawn="1"/>
        </p:nvCxnSpPr>
        <p:spPr>
          <a:xfrm>
            <a:off x="584200" y="1219200"/>
            <a:ext cx="11025188" cy="0"/>
          </a:xfrm>
          <a:prstGeom prst="line">
            <a:avLst/>
          </a:prstGeom>
          <a:ln w="25400">
            <a:solidFill>
              <a:schemeClr val="tx2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30667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_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11CDE3-5C8E-DA48-A90A-3F4A9A23BB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13202" y="993368"/>
            <a:ext cx="11018520" cy="276999"/>
          </a:xfrm>
        </p:spPr>
        <p:txBody>
          <a:bodyPr wrap="square">
            <a:spAutoFit/>
          </a:bodyPr>
          <a:lstStyle>
            <a:lvl1pPr marL="0" indent="0">
              <a:buNone/>
              <a:defRPr kumimoji="0" lang="en-US" sz="1800" b="1" i="0" u="none" strike="noStrike" kern="1200" cap="none" spc="-50" normalizeH="0" baseline="0" dirty="0">
                <a:ln w="3175">
                  <a:noFill/>
                </a:ln>
                <a:gradFill>
                  <a:gsLst>
                    <a:gs pos="83000">
                      <a:srgbClr val="0078D4"/>
                    </a:gs>
                    <a:gs pos="100000">
                      <a:srgbClr val="0078D4"/>
                    </a:gs>
                  </a:gsLst>
                  <a:lin ang="5400000" scaled="1"/>
                </a:gradFill>
                <a:effectLst/>
                <a:uLnTx/>
                <a:uFillTx/>
                <a:latin typeface="Segoe UI Semibold"/>
                <a:ea typeface="+mn-ea"/>
                <a:cs typeface="Segoe UI" panose="020B0502040204020203" pitchFamily="34" charset="0"/>
              </a:defRPr>
            </a:lvl1pPr>
            <a:lvl2pPr marL="228550" indent="0">
              <a:buNone/>
              <a:defRPr sz="2000"/>
            </a:lvl2pPr>
            <a:lvl3pPr marL="457101" indent="0">
              <a:buNone/>
              <a:defRPr sz="2000"/>
            </a:lvl3pPr>
            <a:lvl4pPr marL="685651" indent="0">
              <a:buNone/>
              <a:defRPr sz="2000"/>
            </a:lvl4pPr>
            <a:lvl5pPr marL="914201" indent="0">
              <a:buNone/>
              <a:defRPr sz="2000"/>
            </a:lvl5pPr>
          </a:lstStyle>
          <a:p>
            <a:pPr marL="0" marR="0" lvl="0" indent="0" algn="l" defTabSz="93256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919F28-5134-42FD-B33A-3F3BF4789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7830403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648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BDBC305C-A9C3-4278-AFC0-C99DFD80A6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222583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93F0F27-6B90-4485-A3C5-1C1E05E189E8}"/>
              </a:ext>
            </a:extLst>
          </p:cNvPr>
          <p:cNvGrpSpPr/>
          <p:nvPr userDrawn="1"/>
        </p:nvGrpSpPr>
        <p:grpSpPr>
          <a:xfrm>
            <a:off x="436378" y="6431031"/>
            <a:ext cx="11326085" cy="95058"/>
            <a:chOff x="445128" y="6559056"/>
            <a:chExt cx="11553197" cy="9695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E9C5276-7B68-429C-9DA6-E4F27E0CA047}"/>
                </a:ext>
              </a:extLst>
            </p:cNvPr>
            <p:cNvSpPr txBox="1"/>
            <p:nvPr userDrawn="1"/>
          </p:nvSpPr>
          <p:spPr>
            <a:xfrm>
              <a:off x="445128" y="6559056"/>
              <a:ext cx="984244" cy="9695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  <a:spcAft>
                  <a:spcPts val="588"/>
                </a:spcAft>
              </a:pPr>
              <a:r>
                <a:rPr lang="en-US" sz="686">
                  <a:solidFill>
                    <a:schemeClr val="bg1">
                      <a:lumMod val="65000"/>
                    </a:schemeClr>
                  </a:solidFill>
                </a:rPr>
                <a:t>© Microsoft Corporation</a:t>
              </a:r>
              <a:endParaRPr lang="en-US" sz="784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2F457BA-782B-49BA-97AD-00B8135A75A7}"/>
                </a:ext>
              </a:extLst>
            </p:cNvPr>
            <p:cNvSpPr/>
            <p:nvPr userDrawn="1"/>
          </p:nvSpPr>
          <p:spPr bwMode="auto">
            <a:xfrm>
              <a:off x="11784176" y="6573241"/>
              <a:ext cx="214149" cy="61668"/>
            </a:xfrm>
            <a:custGeom>
              <a:avLst/>
              <a:gdLst/>
              <a:ahLst/>
              <a:cxnLst/>
              <a:rect l="l" t="t" r="r" b="b"/>
              <a:pathLst>
                <a:path w="306116" h="88152">
                  <a:moveTo>
                    <a:pt x="280481" y="31681"/>
                  </a:moveTo>
                  <a:cubicBezTo>
                    <a:pt x="275805" y="31681"/>
                    <a:pt x="271835" y="33354"/>
                    <a:pt x="268570" y="36700"/>
                  </a:cubicBezTo>
                  <a:cubicBezTo>
                    <a:pt x="265305" y="40045"/>
                    <a:pt x="263290" y="44419"/>
                    <a:pt x="262524" y="49820"/>
                  </a:cubicBezTo>
                  <a:lnTo>
                    <a:pt x="295959" y="49820"/>
                  </a:lnTo>
                  <a:cubicBezTo>
                    <a:pt x="295919" y="44096"/>
                    <a:pt x="294538" y="39642"/>
                    <a:pt x="291817" y="36458"/>
                  </a:cubicBezTo>
                  <a:cubicBezTo>
                    <a:pt x="289096" y="33273"/>
                    <a:pt x="285318" y="31681"/>
                    <a:pt x="280481" y="31681"/>
                  </a:cubicBezTo>
                  <a:close/>
                  <a:moveTo>
                    <a:pt x="140726" y="24789"/>
                  </a:moveTo>
                  <a:lnTo>
                    <a:pt x="150582" y="24789"/>
                  </a:lnTo>
                  <a:lnTo>
                    <a:pt x="150582" y="60219"/>
                  </a:lnTo>
                  <a:cubicBezTo>
                    <a:pt x="150582" y="73279"/>
                    <a:pt x="155580" y="79809"/>
                    <a:pt x="165576" y="79809"/>
                  </a:cubicBezTo>
                  <a:cubicBezTo>
                    <a:pt x="170413" y="79809"/>
                    <a:pt x="174393" y="78025"/>
                    <a:pt x="177517" y="74458"/>
                  </a:cubicBezTo>
                  <a:cubicBezTo>
                    <a:pt x="180641" y="70891"/>
                    <a:pt x="182203" y="66225"/>
                    <a:pt x="182203" y="60461"/>
                  </a:cubicBezTo>
                  <a:lnTo>
                    <a:pt x="182203" y="24789"/>
                  </a:lnTo>
                  <a:lnTo>
                    <a:pt x="192119" y="24789"/>
                  </a:lnTo>
                  <a:lnTo>
                    <a:pt x="192119" y="86701"/>
                  </a:lnTo>
                  <a:lnTo>
                    <a:pt x="182203" y="86701"/>
                  </a:lnTo>
                  <a:lnTo>
                    <a:pt x="182203" y="76906"/>
                  </a:lnTo>
                  <a:lnTo>
                    <a:pt x="181961" y="76906"/>
                  </a:lnTo>
                  <a:cubicBezTo>
                    <a:pt x="177850" y="84404"/>
                    <a:pt x="171481" y="88152"/>
                    <a:pt x="162855" y="88152"/>
                  </a:cubicBezTo>
                  <a:cubicBezTo>
                    <a:pt x="148103" y="88152"/>
                    <a:pt x="140726" y="79365"/>
                    <a:pt x="140726" y="61791"/>
                  </a:cubicBezTo>
                  <a:close/>
                  <a:moveTo>
                    <a:pt x="235093" y="23700"/>
                  </a:moveTo>
                  <a:cubicBezTo>
                    <a:pt x="237672" y="23700"/>
                    <a:pt x="239648" y="23983"/>
                    <a:pt x="241018" y="24547"/>
                  </a:cubicBezTo>
                  <a:lnTo>
                    <a:pt x="241018" y="34825"/>
                  </a:lnTo>
                  <a:cubicBezTo>
                    <a:pt x="239285" y="33495"/>
                    <a:pt x="236786" y="32830"/>
                    <a:pt x="233521" y="32830"/>
                  </a:cubicBezTo>
                  <a:cubicBezTo>
                    <a:pt x="229288" y="32830"/>
                    <a:pt x="225751" y="34825"/>
                    <a:pt x="222910" y="38816"/>
                  </a:cubicBezTo>
                  <a:cubicBezTo>
                    <a:pt x="220068" y="42806"/>
                    <a:pt x="218647" y="48248"/>
                    <a:pt x="218647" y="55140"/>
                  </a:cubicBezTo>
                  <a:lnTo>
                    <a:pt x="218647" y="86701"/>
                  </a:lnTo>
                  <a:lnTo>
                    <a:pt x="208732" y="86701"/>
                  </a:lnTo>
                  <a:lnTo>
                    <a:pt x="208732" y="24789"/>
                  </a:lnTo>
                  <a:lnTo>
                    <a:pt x="218647" y="24789"/>
                  </a:lnTo>
                  <a:lnTo>
                    <a:pt x="218647" y="37546"/>
                  </a:lnTo>
                  <a:lnTo>
                    <a:pt x="218889" y="37546"/>
                  </a:lnTo>
                  <a:cubicBezTo>
                    <a:pt x="220300" y="33193"/>
                    <a:pt x="222456" y="29797"/>
                    <a:pt x="225358" y="27358"/>
                  </a:cubicBezTo>
                  <a:cubicBezTo>
                    <a:pt x="228261" y="24920"/>
                    <a:pt x="231505" y="23700"/>
                    <a:pt x="235093" y="23700"/>
                  </a:cubicBezTo>
                  <a:close/>
                  <a:moveTo>
                    <a:pt x="280662" y="23338"/>
                  </a:moveTo>
                  <a:cubicBezTo>
                    <a:pt x="288764" y="23338"/>
                    <a:pt x="295032" y="25958"/>
                    <a:pt x="299466" y="31198"/>
                  </a:cubicBezTo>
                  <a:cubicBezTo>
                    <a:pt x="303899" y="36438"/>
                    <a:pt x="306116" y="43713"/>
                    <a:pt x="306116" y="53024"/>
                  </a:cubicBezTo>
                  <a:lnTo>
                    <a:pt x="306116" y="58224"/>
                  </a:lnTo>
                  <a:lnTo>
                    <a:pt x="262403" y="58224"/>
                  </a:lnTo>
                  <a:cubicBezTo>
                    <a:pt x="262564" y="65117"/>
                    <a:pt x="264418" y="70437"/>
                    <a:pt x="267965" y="74186"/>
                  </a:cubicBezTo>
                  <a:cubicBezTo>
                    <a:pt x="271512" y="77934"/>
                    <a:pt x="276390" y="79809"/>
                    <a:pt x="282597" y="79809"/>
                  </a:cubicBezTo>
                  <a:cubicBezTo>
                    <a:pt x="289570" y="79809"/>
                    <a:pt x="295979" y="77511"/>
                    <a:pt x="301824" y="72916"/>
                  </a:cubicBezTo>
                  <a:lnTo>
                    <a:pt x="301824" y="82227"/>
                  </a:lnTo>
                  <a:cubicBezTo>
                    <a:pt x="296382" y="86177"/>
                    <a:pt x="289187" y="88152"/>
                    <a:pt x="280239" y="88152"/>
                  </a:cubicBezTo>
                  <a:cubicBezTo>
                    <a:pt x="271492" y="88152"/>
                    <a:pt x="264620" y="85341"/>
                    <a:pt x="259622" y="79718"/>
                  </a:cubicBezTo>
                  <a:cubicBezTo>
                    <a:pt x="254623" y="74095"/>
                    <a:pt x="252124" y="66185"/>
                    <a:pt x="252124" y="55987"/>
                  </a:cubicBezTo>
                  <a:cubicBezTo>
                    <a:pt x="252124" y="46353"/>
                    <a:pt x="254855" y="38503"/>
                    <a:pt x="260317" y="32437"/>
                  </a:cubicBezTo>
                  <a:cubicBezTo>
                    <a:pt x="265778" y="26371"/>
                    <a:pt x="272560" y="23338"/>
                    <a:pt x="280662" y="23338"/>
                  </a:cubicBezTo>
                  <a:close/>
                  <a:moveTo>
                    <a:pt x="38212" y="10520"/>
                  </a:moveTo>
                  <a:cubicBezTo>
                    <a:pt x="37809" y="12979"/>
                    <a:pt x="37345" y="14913"/>
                    <a:pt x="36821" y="16324"/>
                  </a:cubicBezTo>
                  <a:lnTo>
                    <a:pt x="23338" y="53266"/>
                  </a:lnTo>
                  <a:lnTo>
                    <a:pt x="53388" y="53266"/>
                  </a:lnTo>
                  <a:lnTo>
                    <a:pt x="39784" y="16324"/>
                  </a:lnTo>
                  <a:cubicBezTo>
                    <a:pt x="39340" y="15115"/>
                    <a:pt x="38897" y="13180"/>
                    <a:pt x="38454" y="10520"/>
                  </a:cubicBezTo>
                  <a:close/>
                  <a:moveTo>
                    <a:pt x="33254" y="0"/>
                  </a:moveTo>
                  <a:lnTo>
                    <a:pt x="43774" y="0"/>
                  </a:lnTo>
                  <a:lnTo>
                    <a:pt x="76865" y="85964"/>
                  </a:lnTo>
                  <a:lnTo>
                    <a:pt x="76865" y="83618"/>
                  </a:lnTo>
                  <a:lnTo>
                    <a:pt x="113505" y="33253"/>
                  </a:lnTo>
                  <a:lnTo>
                    <a:pt x="80312" y="33253"/>
                  </a:lnTo>
                  <a:lnTo>
                    <a:pt x="80312" y="24789"/>
                  </a:lnTo>
                  <a:lnTo>
                    <a:pt x="128076" y="24789"/>
                  </a:lnTo>
                  <a:lnTo>
                    <a:pt x="128076" y="27630"/>
                  </a:lnTo>
                  <a:lnTo>
                    <a:pt x="91436" y="78237"/>
                  </a:lnTo>
                  <a:lnTo>
                    <a:pt x="127713" y="78237"/>
                  </a:lnTo>
                  <a:lnTo>
                    <a:pt x="127713" y="86701"/>
                  </a:lnTo>
                  <a:lnTo>
                    <a:pt x="77149" y="86701"/>
                  </a:lnTo>
                  <a:lnTo>
                    <a:pt x="76865" y="86701"/>
                  </a:lnTo>
                  <a:lnTo>
                    <a:pt x="65903" y="86701"/>
                  </a:lnTo>
                  <a:lnTo>
                    <a:pt x="56713" y="62396"/>
                  </a:lnTo>
                  <a:lnTo>
                    <a:pt x="19952" y="62396"/>
                  </a:lnTo>
                  <a:lnTo>
                    <a:pt x="11306" y="86701"/>
                  </a:lnTo>
                  <a:lnTo>
                    <a:pt x="0" y="86701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0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2353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1255318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m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033223"/>
            <a:ext cx="6400800" cy="4985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kern="1200" cap="none" spc="-50" baseline="0" dirty="0">
                <a:ln w="3175">
                  <a:noFill/>
                </a:ln>
                <a:gradFill>
                  <a:gsLst>
                    <a:gs pos="62564">
                      <a:schemeClr val="tx1"/>
                    </a:gs>
                    <a:gs pos="55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640080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3B08910-F1C3-47B2-8C69-1B107282064A}"/>
              </a:ext>
            </a:extLst>
          </p:cNvPr>
          <p:cNvGrpSpPr/>
          <p:nvPr userDrawn="1"/>
        </p:nvGrpSpPr>
        <p:grpSpPr bwMode="ltGray">
          <a:xfrm>
            <a:off x="6256117" y="-21839"/>
            <a:ext cx="5932086" cy="6890047"/>
            <a:chOff x="6256117" y="-21839"/>
            <a:chExt cx="5932086" cy="6890047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E7A031-B4AB-4071-98FF-24E766F9BB5C}"/>
                </a:ext>
              </a:extLst>
            </p:cNvPr>
            <p:cNvGrpSpPr/>
            <p:nvPr userDrawn="1"/>
          </p:nvGrpSpPr>
          <p:grpSpPr bwMode="ltGray">
            <a:xfrm>
              <a:off x="8507413" y="1457714"/>
              <a:ext cx="3680790" cy="5392441"/>
              <a:chOff x="8507413" y="1457714"/>
              <a:chExt cx="3680790" cy="5392441"/>
            </a:xfrm>
          </p:grpSpPr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6DC7067D-3957-4163-9442-C167A0A62168}"/>
                  </a:ext>
                </a:extLst>
              </p:cNvPr>
              <p:cNvSpPr/>
              <p:nvPr/>
            </p:nvSpPr>
            <p:spPr bwMode="ltGray">
              <a:xfrm>
                <a:off x="8507413" y="2803166"/>
                <a:ext cx="743840" cy="1356898"/>
              </a:xfrm>
              <a:custGeom>
                <a:avLst/>
                <a:gdLst/>
                <a:ahLst/>
                <a:cxnLst/>
                <a:rect l="0" t="0" r="0" b="0"/>
                <a:pathLst>
                  <a:path w="866775" h="1581150">
                    <a:moveTo>
                      <a:pt x="862489" y="1107281"/>
                    </a:moveTo>
                    <a:lnTo>
                      <a:pt x="7144" y="1574959"/>
                    </a:lnTo>
                    <a:lnTo>
                      <a:pt x="7144" y="473869"/>
                    </a:lnTo>
                    <a:lnTo>
                      <a:pt x="862489" y="7144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9AE235F-4F6C-4565-AADC-752626D64B90}"/>
                  </a:ext>
                </a:extLst>
              </p:cNvPr>
              <p:cNvSpPr/>
              <p:nvPr/>
            </p:nvSpPr>
            <p:spPr bwMode="ltGray">
              <a:xfrm>
                <a:off x="9241444" y="2803166"/>
                <a:ext cx="743840" cy="1356898"/>
              </a:xfrm>
              <a:custGeom>
                <a:avLst/>
                <a:gdLst/>
                <a:ahLst/>
                <a:cxnLst/>
                <a:rect l="0" t="0" r="0" b="0"/>
                <a:pathLst>
                  <a:path w="866775" h="1581150">
                    <a:moveTo>
                      <a:pt x="7144" y="1107281"/>
                    </a:moveTo>
                    <a:lnTo>
                      <a:pt x="861536" y="1574959"/>
                    </a:lnTo>
                    <a:lnTo>
                      <a:pt x="861536" y="473869"/>
                    </a:lnTo>
                    <a:lnTo>
                      <a:pt x="7144" y="7144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1EAADF52-7CC0-4715-8BAC-4186C7CE9B0C}"/>
                  </a:ext>
                </a:extLst>
              </p:cNvPr>
              <p:cNvSpPr/>
              <p:nvPr/>
            </p:nvSpPr>
            <p:spPr bwMode="ltGray">
              <a:xfrm>
                <a:off x="8507413" y="3747272"/>
                <a:ext cx="1479509" cy="809234"/>
              </a:xfrm>
              <a:custGeom>
                <a:avLst/>
                <a:gdLst/>
                <a:ahLst/>
                <a:cxnLst/>
                <a:rect l="0" t="0" r="0" b="0"/>
                <a:pathLst>
                  <a:path w="1724025" h="942975">
                    <a:moveTo>
                      <a:pt x="862489" y="7144"/>
                    </a:moveTo>
                    <a:lnTo>
                      <a:pt x="7144" y="474821"/>
                    </a:lnTo>
                    <a:lnTo>
                      <a:pt x="862489" y="941546"/>
                    </a:lnTo>
                    <a:lnTo>
                      <a:pt x="1716881" y="474821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58AC140A-9DFB-45B7-82C2-CF25166A0D41}"/>
                  </a:ext>
                </a:extLst>
              </p:cNvPr>
              <p:cNvSpPr/>
              <p:nvPr/>
            </p:nvSpPr>
            <p:spPr bwMode="ltGray">
              <a:xfrm>
                <a:off x="8507413" y="5493257"/>
                <a:ext cx="743840" cy="1356898"/>
              </a:xfrm>
              <a:custGeom>
                <a:avLst/>
                <a:gdLst/>
                <a:ahLst/>
                <a:cxnLst/>
                <a:rect l="0" t="0" r="0" b="0"/>
                <a:pathLst>
                  <a:path w="866775" h="1581150">
                    <a:moveTo>
                      <a:pt x="862489" y="1108234"/>
                    </a:moveTo>
                    <a:lnTo>
                      <a:pt x="7144" y="1574959"/>
                    </a:lnTo>
                    <a:lnTo>
                      <a:pt x="7144" y="474821"/>
                    </a:lnTo>
                    <a:lnTo>
                      <a:pt x="862489" y="7144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3436FDC7-3DF0-4E6A-B4A8-7EB4FF30AAF0}"/>
                  </a:ext>
                </a:extLst>
              </p:cNvPr>
              <p:cNvSpPr/>
              <p:nvPr/>
            </p:nvSpPr>
            <p:spPr bwMode="ltGray">
              <a:xfrm>
                <a:off x="9241444" y="5493257"/>
                <a:ext cx="743840" cy="1356898"/>
              </a:xfrm>
              <a:custGeom>
                <a:avLst/>
                <a:gdLst/>
                <a:ahLst/>
                <a:cxnLst/>
                <a:rect l="0" t="0" r="0" b="0"/>
                <a:pathLst>
                  <a:path w="866775" h="1581150">
                    <a:moveTo>
                      <a:pt x="7144" y="1108234"/>
                    </a:moveTo>
                    <a:lnTo>
                      <a:pt x="861536" y="1574959"/>
                    </a:lnTo>
                    <a:lnTo>
                      <a:pt x="861536" y="474821"/>
                    </a:lnTo>
                    <a:lnTo>
                      <a:pt x="7144" y="7144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D72FB5AA-3C69-4BB6-9C10-682E95EF1AAE}"/>
                  </a:ext>
                </a:extLst>
              </p:cNvPr>
              <p:cNvSpPr/>
              <p:nvPr/>
            </p:nvSpPr>
            <p:spPr bwMode="ltGray">
              <a:xfrm>
                <a:off x="8513545" y="6444311"/>
                <a:ext cx="1467248" cy="400530"/>
              </a:xfrm>
              <a:custGeom>
                <a:avLst/>
                <a:gdLst>
                  <a:gd name="connsiteX0" fmla="*/ 855345 w 1709736"/>
                  <a:gd name="connsiteY0" fmla="*/ 934403 h 1040954"/>
                  <a:gd name="connsiteX1" fmla="*/ 1709737 w 1709736"/>
                  <a:gd name="connsiteY1" fmla="*/ 466725 h 1040954"/>
                  <a:gd name="connsiteX2" fmla="*/ 855345 w 1709736"/>
                  <a:gd name="connsiteY2" fmla="*/ 0 h 1040954"/>
                  <a:gd name="connsiteX3" fmla="*/ 0 w 1709736"/>
                  <a:gd name="connsiteY3" fmla="*/ 466725 h 1040954"/>
                  <a:gd name="connsiteX4" fmla="*/ 961897 w 1709736"/>
                  <a:gd name="connsiteY4" fmla="*/ 1040955 h 1040954"/>
                  <a:gd name="connsiteX0" fmla="*/ 855345 w 1709737"/>
                  <a:gd name="connsiteY0" fmla="*/ 934403 h 934403"/>
                  <a:gd name="connsiteX1" fmla="*/ 1709737 w 1709737"/>
                  <a:gd name="connsiteY1" fmla="*/ 466725 h 934403"/>
                  <a:gd name="connsiteX2" fmla="*/ 855345 w 1709737"/>
                  <a:gd name="connsiteY2" fmla="*/ 0 h 934403"/>
                  <a:gd name="connsiteX3" fmla="*/ 0 w 1709737"/>
                  <a:gd name="connsiteY3" fmla="*/ 466725 h 934403"/>
                  <a:gd name="connsiteX0" fmla="*/ 1709737 w 1709737"/>
                  <a:gd name="connsiteY0" fmla="*/ 466725 h 466725"/>
                  <a:gd name="connsiteX1" fmla="*/ 855345 w 1709737"/>
                  <a:gd name="connsiteY1" fmla="*/ 0 h 466725"/>
                  <a:gd name="connsiteX2" fmla="*/ 0 w 1709737"/>
                  <a:gd name="connsiteY2" fmla="*/ 466725 h 466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09737" h="466725">
                    <a:moveTo>
                      <a:pt x="1709737" y="466725"/>
                    </a:moveTo>
                    <a:lnTo>
                      <a:pt x="855345" y="0"/>
                    </a:lnTo>
                    <a:lnTo>
                      <a:pt x="0" y="466725"/>
                    </a:lnTo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20321A7F-C5FC-4514-A3AC-41CC16FA85FD}"/>
                  </a:ext>
                </a:extLst>
              </p:cNvPr>
              <p:cNvSpPr/>
              <p:nvPr/>
            </p:nvSpPr>
            <p:spPr bwMode="ltGray">
              <a:xfrm>
                <a:off x="9241444" y="4148621"/>
                <a:ext cx="743840" cy="1356898"/>
              </a:xfrm>
              <a:custGeom>
                <a:avLst/>
                <a:gdLst/>
                <a:ahLst/>
                <a:cxnLst/>
                <a:rect l="0" t="0" r="0" b="0"/>
                <a:pathLst>
                  <a:path w="866775" h="1581150">
                    <a:moveTo>
                      <a:pt x="861536" y="1107281"/>
                    </a:moveTo>
                    <a:lnTo>
                      <a:pt x="7144" y="1574006"/>
                    </a:lnTo>
                    <a:lnTo>
                      <a:pt x="7144" y="473869"/>
                    </a:lnTo>
                    <a:lnTo>
                      <a:pt x="861536" y="7144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B3C4B3CE-95D2-45A5-917E-A5389B118222}"/>
                  </a:ext>
                </a:extLst>
              </p:cNvPr>
              <p:cNvSpPr/>
              <p:nvPr/>
            </p:nvSpPr>
            <p:spPr bwMode="ltGray">
              <a:xfrm>
                <a:off x="9974659" y="2803166"/>
                <a:ext cx="743840" cy="1356898"/>
              </a:xfrm>
              <a:custGeom>
                <a:avLst/>
                <a:gdLst/>
                <a:ahLst/>
                <a:cxnLst/>
                <a:rect l="0" t="0" r="0" b="0"/>
                <a:pathLst>
                  <a:path w="866775" h="1581150">
                    <a:moveTo>
                      <a:pt x="862489" y="1107281"/>
                    </a:moveTo>
                    <a:lnTo>
                      <a:pt x="7144" y="1574959"/>
                    </a:lnTo>
                    <a:lnTo>
                      <a:pt x="7144" y="473869"/>
                    </a:lnTo>
                    <a:lnTo>
                      <a:pt x="862489" y="7144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A5270AF0-DA91-4FF8-9B1C-35937E49D882}"/>
                  </a:ext>
                </a:extLst>
              </p:cNvPr>
              <p:cNvSpPr/>
              <p:nvPr/>
            </p:nvSpPr>
            <p:spPr bwMode="ltGray">
              <a:xfrm>
                <a:off x="9247573" y="3753404"/>
                <a:ext cx="2200463" cy="2147333"/>
              </a:xfrm>
              <a:custGeom>
                <a:avLst/>
                <a:gdLst>
                  <a:gd name="connsiteX0" fmla="*/ 854393 w 2564131"/>
                  <a:gd name="connsiteY0" fmla="*/ 467680 h 2502221"/>
                  <a:gd name="connsiteX1" fmla="*/ 1709737 w 2564131"/>
                  <a:gd name="connsiteY1" fmla="*/ 934405 h 2502221"/>
                  <a:gd name="connsiteX2" fmla="*/ 1709737 w 2564131"/>
                  <a:gd name="connsiteY2" fmla="*/ 2034543 h 2502221"/>
                  <a:gd name="connsiteX3" fmla="*/ 1709739 w 2564131"/>
                  <a:gd name="connsiteY3" fmla="*/ 2034544 h 2502221"/>
                  <a:gd name="connsiteX4" fmla="*/ 854393 w 2564131"/>
                  <a:gd name="connsiteY4" fmla="*/ 2502221 h 2502221"/>
                  <a:gd name="connsiteX5" fmla="*/ 0 w 2564131"/>
                  <a:gd name="connsiteY5" fmla="*/ 2034544 h 2502221"/>
                  <a:gd name="connsiteX6" fmla="*/ 854393 w 2564131"/>
                  <a:gd name="connsiteY6" fmla="*/ 1567819 h 2502221"/>
                  <a:gd name="connsiteX7" fmla="*/ 1646487 w 2564131"/>
                  <a:gd name="connsiteY7" fmla="*/ 2000030 h 2502221"/>
                  <a:gd name="connsiteX8" fmla="*/ 854393 w 2564131"/>
                  <a:gd name="connsiteY8" fmla="*/ 1567818 h 2502221"/>
                  <a:gd name="connsiteX9" fmla="*/ 1709739 w 2564131"/>
                  <a:gd name="connsiteY9" fmla="*/ 0 h 2502221"/>
                  <a:gd name="connsiteX10" fmla="*/ 2564131 w 2564131"/>
                  <a:gd name="connsiteY10" fmla="*/ 467677 h 2502221"/>
                  <a:gd name="connsiteX11" fmla="*/ 1709739 w 2564131"/>
                  <a:gd name="connsiteY11" fmla="*/ 934402 h 2502221"/>
                  <a:gd name="connsiteX12" fmla="*/ 854393 w 2564131"/>
                  <a:gd name="connsiteY12" fmla="*/ 467677 h 2502221"/>
                  <a:gd name="connsiteX0" fmla="*/ 854393 w 2564131"/>
                  <a:gd name="connsiteY0" fmla="*/ 467680 h 2502221"/>
                  <a:gd name="connsiteX1" fmla="*/ 1709737 w 2564131"/>
                  <a:gd name="connsiteY1" fmla="*/ 934405 h 2502221"/>
                  <a:gd name="connsiteX2" fmla="*/ 1709737 w 2564131"/>
                  <a:gd name="connsiteY2" fmla="*/ 2034543 h 2502221"/>
                  <a:gd name="connsiteX3" fmla="*/ 1709739 w 2564131"/>
                  <a:gd name="connsiteY3" fmla="*/ 2034544 h 2502221"/>
                  <a:gd name="connsiteX4" fmla="*/ 854393 w 2564131"/>
                  <a:gd name="connsiteY4" fmla="*/ 2502221 h 2502221"/>
                  <a:gd name="connsiteX5" fmla="*/ 0 w 2564131"/>
                  <a:gd name="connsiteY5" fmla="*/ 2034544 h 2502221"/>
                  <a:gd name="connsiteX6" fmla="*/ 854393 w 2564131"/>
                  <a:gd name="connsiteY6" fmla="*/ 1567819 h 2502221"/>
                  <a:gd name="connsiteX7" fmla="*/ 1715922 w 2564131"/>
                  <a:gd name="connsiteY7" fmla="*/ 2039087 h 2502221"/>
                  <a:gd name="connsiteX8" fmla="*/ 854393 w 2564131"/>
                  <a:gd name="connsiteY8" fmla="*/ 1567818 h 2502221"/>
                  <a:gd name="connsiteX9" fmla="*/ 854393 w 2564131"/>
                  <a:gd name="connsiteY9" fmla="*/ 467680 h 2502221"/>
                  <a:gd name="connsiteX10" fmla="*/ 1709739 w 2564131"/>
                  <a:gd name="connsiteY10" fmla="*/ 0 h 2502221"/>
                  <a:gd name="connsiteX11" fmla="*/ 2564131 w 2564131"/>
                  <a:gd name="connsiteY11" fmla="*/ 467677 h 2502221"/>
                  <a:gd name="connsiteX12" fmla="*/ 1709739 w 2564131"/>
                  <a:gd name="connsiteY12" fmla="*/ 934402 h 2502221"/>
                  <a:gd name="connsiteX13" fmla="*/ 854393 w 2564131"/>
                  <a:gd name="connsiteY13" fmla="*/ 467677 h 2502221"/>
                  <a:gd name="connsiteX14" fmla="*/ 1709739 w 2564131"/>
                  <a:gd name="connsiteY14" fmla="*/ 0 h 2502221"/>
                  <a:gd name="connsiteX0" fmla="*/ 854393 w 2564131"/>
                  <a:gd name="connsiteY0" fmla="*/ 467680 h 2502221"/>
                  <a:gd name="connsiteX1" fmla="*/ 1709737 w 2564131"/>
                  <a:gd name="connsiteY1" fmla="*/ 934405 h 2502221"/>
                  <a:gd name="connsiteX2" fmla="*/ 1709737 w 2564131"/>
                  <a:gd name="connsiteY2" fmla="*/ 2034543 h 2502221"/>
                  <a:gd name="connsiteX3" fmla="*/ 1709739 w 2564131"/>
                  <a:gd name="connsiteY3" fmla="*/ 2034544 h 2502221"/>
                  <a:gd name="connsiteX4" fmla="*/ 854393 w 2564131"/>
                  <a:gd name="connsiteY4" fmla="*/ 2502221 h 2502221"/>
                  <a:gd name="connsiteX5" fmla="*/ 0 w 2564131"/>
                  <a:gd name="connsiteY5" fmla="*/ 2034544 h 2502221"/>
                  <a:gd name="connsiteX6" fmla="*/ 854393 w 2564131"/>
                  <a:gd name="connsiteY6" fmla="*/ 1567819 h 2502221"/>
                  <a:gd name="connsiteX7" fmla="*/ 1715922 w 2564131"/>
                  <a:gd name="connsiteY7" fmla="*/ 2039087 h 2502221"/>
                  <a:gd name="connsiteX8" fmla="*/ 854393 w 2564131"/>
                  <a:gd name="connsiteY8" fmla="*/ 1567818 h 2502221"/>
                  <a:gd name="connsiteX9" fmla="*/ 854393 w 2564131"/>
                  <a:gd name="connsiteY9" fmla="*/ 467680 h 2502221"/>
                  <a:gd name="connsiteX10" fmla="*/ 1709739 w 2564131"/>
                  <a:gd name="connsiteY10" fmla="*/ 0 h 2502221"/>
                  <a:gd name="connsiteX11" fmla="*/ 2564131 w 2564131"/>
                  <a:gd name="connsiteY11" fmla="*/ 467677 h 2502221"/>
                  <a:gd name="connsiteX12" fmla="*/ 1709739 w 2564131"/>
                  <a:gd name="connsiteY12" fmla="*/ 934402 h 2502221"/>
                  <a:gd name="connsiteX13" fmla="*/ 854393 w 2564131"/>
                  <a:gd name="connsiteY13" fmla="*/ 467677 h 2502221"/>
                  <a:gd name="connsiteX14" fmla="*/ 1709739 w 2564131"/>
                  <a:gd name="connsiteY14" fmla="*/ 0 h 2502221"/>
                  <a:gd name="connsiteX0" fmla="*/ 854393 w 2564131"/>
                  <a:gd name="connsiteY0" fmla="*/ 467680 h 2502221"/>
                  <a:gd name="connsiteX1" fmla="*/ 1709737 w 2564131"/>
                  <a:gd name="connsiteY1" fmla="*/ 934405 h 2502221"/>
                  <a:gd name="connsiteX2" fmla="*/ 1709737 w 2564131"/>
                  <a:gd name="connsiteY2" fmla="*/ 2034543 h 2502221"/>
                  <a:gd name="connsiteX3" fmla="*/ 1709739 w 2564131"/>
                  <a:gd name="connsiteY3" fmla="*/ 2034544 h 2502221"/>
                  <a:gd name="connsiteX4" fmla="*/ 854393 w 2564131"/>
                  <a:gd name="connsiteY4" fmla="*/ 2502221 h 2502221"/>
                  <a:gd name="connsiteX5" fmla="*/ 0 w 2564131"/>
                  <a:gd name="connsiteY5" fmla="*/ 2034544 h 2502221"/>
                  <a:gd name="connsiteX6" fmla="*/ 854393 w 2564131"/>
                  <a:gd name="connsiteY6" fmla="*/ 1567819 h 2502221"/>
                  <a:gd name="connsiteX7" fmla="*/ 1715922 w 2564131"/>
                  <a:gd name="connsiteY7" fmla="*/ 2039087 h 2502221"/>
                  <a:gd name="connsiteX8" fmla="*/ 1139551 w 2564131"/>
                  <a:gd name="connsiteY8" fmla="*/ 1721386 h 2502221"/>
                  <a:gd name="connsiteX9" fmla="*/ 854393 w 2564131"/>
                  <a:gd name="connsiteY9" fmla="*/ 1567818 h 2502221"/>
                  <a:gd name="connsiteX10" fmla="*/ 854393 w 2564131"/>
                  <a:gd name="connsiteY10" fmla="*/ 467680 h 2502221"/>
                  <a:gd name="connsiteX11" fmla="*/ 1709739 w 2564131"/>
                  <a:gd name="connsiteY11" fmla="*/ 0 h 2502221"/>
                  <a:gd name="connsiteX12" fmla="*/ 2564131 w 2564131"/>
                  <a:gd name="connsiteY12" fmla="*/ 467677 h 2502221"/>
                  <a:gd name="connsiteX13" fmla="*/ 1709739 w 2564131"/>
                  <a:gd name="connsiteY13" fmla="*/ 934402 h 2502221"/>
                  <a:gd name="connsiteX14" fmla="*/ 854393 w 2564131"/>
                  <a:gd name="connsiteY14" fmla="*/ 467677 h 2502221"/>
                  <a:gd name="connsiteX15" fmla="*/ 1709739 w 2564131"/>
                  <a:gd name="connsiteY15" fmla="*/ 0 h 2502221"/>
                  <a:gd name="connsiteX0" fmla="*/ 854393 w 2564131"/>
                  <a:gd name="connsiteY0" fmla="*/ 467680 h 2502221"/>
                  <a:gd name="connsiteX1" fmla="*/ 1709737 w 2564131"/>
                  <a:gd name="connsiteY1" fmla="*/ 934405 h 2502221"/>
                  <a:gd name="connsiteX2" fmla="*/ 1709737 w 2564131"/>
                  <a:gd name="connsiteY2" fmla="*/ 2034543 h 2502221"/>
                  <a:gd name="connsiteX3" fmla="*/ 1709739 w 2564131"/>
                  <a:gd name="connsiteY3" fmla="*/ 2034544 h 2502221"/>
                  <a:gd name="connsiteX4" fmla="*/ 854393 w 2564131"/>
                  <a:gd name="connsiteY4" fmla="*/ 2502221 h 2502221"/>
                  <a:gd name="connsiteX5" fmla="*/ 0 w 2564131"/>
                  <a:gd name="connsiteY5" fmla="*/ 2034544 h 2502221"/>
                  <a:gd name="connsiteX6" fmla="*/ 854393 w 2564131"/>
                  <a:gd name="connsiteY6" fmla="*/ 1567819 h 2502221"/>
                  <a:gd name="connsiteX7" fmla="*/ 1139551 w 2564131"/>
                  <a:gd name="connsiteY7" fmla="*/ 1721386 h 2502221"/>
                  <a:gd name="connsiteX8" fmla="*/ 854393 w 2564131"/>
                  <a:gd name="connsiteY8" fmla="*/ 1567818 h 2502221"/>
                  <a:gd name="connsiteX9" fmla="*/ 854393 w 2564131"/>
                  <a:gd name="connsiteY9" fmla="*/ 467680 h 2502221"/>
                  <a:gd name="connsiteX10" fmla="*/ 1709739 w 2564131"/>
                  <a:gd name="connsiteY10" fmla="*/ 0 h 2502221"/>
                  <a:gd name="connsiteX11" fmla="*/ 2564131 w 2564131"/>
                  <a:gd name="connsiteY11" fmla="*/ 467677 h 2502221"/>
                  <a:gd name="connsiteX12" fmla="*/ 1709739 w 2564131"/>
                  <a:gd name="connsiteY12" fmla="*/ 934402 h 2502221"/>
                  <a:gd name="connsiteX13" fmla="*/ 854393 w 2564131"/>
                  <a:gd name="connsiteY13" fmla="*/ 467677 h 2502221"/>
                  <a:gd name="connsiteX14" fmla="*/ 1709739 w 2564131"/>
                  <a:gd name="connsiteY14" fmla="*/ 0 h 2502221"/>
                  <a:gd name="connsiteX0" fmla="*/ 854393 w 2564131"/>
                  <a:gd name="connsiteY0" fmla="*/ 467680 h 2502221"/>
                  <a:gd name="connsiteX1" fmla="*/ 1709737 w 2564131"/>
                  <a:gd name="connsiteY1" fmla="*/ 934405 h 2502221"/>
                  <a:gd name="connsiteX2" fmla="*/ 1709737 w 2564131"/>
                  <a:gd name="connsiteY2" fmla="*/ 2034543 h 2502221"/>
                  <a:gd name="connsiteX3" fmla="*/ 1709739 w 2564131"/>
                  <a:gd name="connsiteY3" fmla="*/ 2034544 h 2502221"/>
                  <a:gd name="connsiteX4" fmla="*/ 854393 w 2564131"/>
                  <a:gd name="connsiteY4" fmla="*/ 2502221 h 2502221"/>
                  <a:gd name="connsiteX5" fmla="*/ 0 w 2564131"/>
                  <a:gd name="connsiteY5" fmla="*/ 2034544 h 2502221"/>
                  <a:gd name="connsiteX6" fmla="*/ 854393 w 2564131"/>
                  <a:gd name="connsiteY6" fmla="*/ 1567819 h 2502221"/>
                  <a:gd name="connsiteX7" fmla="*/ 854393 w 2564131"/>
                  <a:gd name="connsiteY7" fmla="*/ 1567818 h 2502221"/>
                  <a:gd name="connsiteX8" fmla="*/ 854393 w 2564131"/>
                  <a:gd name="connsiteY8" fmla="*/ 467680 h 2502221"/>
                  <a:gd name="connsiteX9" fmla="*/ 1709739 w 2564131"/>
                  <a:gd name="connsiteY9" fmla="*/ 0 h 2502221"/>
                  <a:gd name="connsiteX10" fmla="*/ 2564131 w 2564131"/>
                  <a:gd name="connsiteY10" fmla="*/ 467677 h 2502221"/>
                  <a:gd name="connsiteX11" fmla="*/ 1709739 w 2564131"/>
                  <a:gd name="connsiteY11" fmla="*/ 934402 h 2502221"/>
                  <a:gd name="connsiteX12" fmla="*/ 854393 w 2564131"/>
                  <a:gd name="connsiteY12" fmla="*/ 467677 h 2502221"/>
                  <a:gd name="connsiteX13" fmla="*/ 1709739 w 2564131"/>
                  <a:gd name="connsiteY13" fmla="*/ 0 h 2502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564131" h="2502221">
                    <a:moveTo>
                      <a:pt x="854393" y="467680"/>
                    </a:moveTo>
                    <a:lnTo>
                      <a:pt x="1709737" y="934405"/>
                    </a:lnTo>
                    <a:lnTo>
                      <a:pt x="1709737" y="2034543"/>
                    </a:lnTo>
                    <a:cubicBezTo>
                      <a:pt x="1709738" y="2034543"/>
                      <a:pt x="1709738" y="2034544"/>
                      <a:pt x="1709739" y="2034544"/>
                    </a:cubicBezTo>
                    <a:lnTo>
                      <a:pt x="854393" y="2502221"/>
                    </a:lnTo>
                    <a:lnTo>
                      <a:pt x="0" y="2034544"/>
                    </a:lnTo>
                    <a:lnTo>
                      <a:pt x="854393" y="1567819"/>
                    </a:lnTo>
                    <a:lnTo>
                      <a:pt x="854393" y="1567818"/>
                    </a:lnTo>
                    <a:lnTo>
                      <a:pt x="854393" y="467680"/>
                    </a:lnTo>
                    <a:close/>
                    <a:moveTo>
                      <a:pt x="1709739" y="0"/>
                    </a:moveTo>
                    <a:lnTo>
                      <a:pt x="2564131" y="467677"/>
                    </a:lnTo>
                    <a:lnTo>
                      <a:pt x="1709739" y="934402"/>
                    </a:lnTo>
                    <a:lnTo>
                      <a:pt x="854393" y="467677"/>
                    </a:lnTo>
                    <a:lnTo>
                      <a:pt x="1709739" y="0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1B4AB4EC-0302-4902-B797-9B84C91FDE1B}"/>
                  </a:ext>
                </a:extLst>
              </p:cNvPr>
              <p:cNvSpPr/>
              <p:nvPr/>
            </p:nvSpPr>
            <p:spPr bwMode="ltGray">
              <a:xfrm>
                <a:off x="10708694" y="5092729"/>
                <a:ext cx="743840" cy="1356898"/>
              </a:xfrm>
              <a:custGeom>
                <a:avLst/>
                <a:gdLst/>
                <a:ahLst/>
                <a:cxnLst/>
                <a:rect l="0" t="0" r="0" b="0"/>
                <a:pathLst>
                  <a:path w="866775" h="1581150">
                    <a:moveTo>
                      <a:pt x="861536" y="1107281"/>
                    </a:moveTo>
                    <a:lnTo>
                      <a:pt x="7144" y="1574959"/>
                    </a:lnTo>
                    <a:lnTo>
                      <a:pt x="7144" y="473869"/>
                    </a:lnTo>
                    <a:lnTo>
                      <a:pt x="861536" y="7144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E941D13F-2DD6-4121-8220-CC08400DD382}"/>
                  </a:ext>
                </a:extLst>
              </p:cNvPr>
              <p:cNvSpPr/>
              <p:nvPr/>
            </p:nvSpPr>
            <p:spPr bwMode="ltGray">
              <a:xfrm>
                <a:off x="11441908" y="5092729"/>
                <a:ext cx="743840" cy="1356898"/>
              </a:xfrm>
              <a:custGeom>
                <a:avLst/>
                <a:gdLst/>
                <a:ahLst/>
                <a:cxnLst/>
                <a:rect l="0" t="0" r="0" b="0"/>
                <a:pathLst>
                  <a:path w="866775" h="1581150">
                    <a:moveTo>
                      <a:pt x="7144" y="1107281"/>
                    </a:moveTo>
                    <a:lnTo>
                      <a:pt x="862489" y="1574959"/>
                    </a:lnTo>
                    <a:lnTo>
                      <a:pt x="862489" y="473869"/>
                    </a:lnTo>
                    <a:lnTo>
                      <a:pt x="7144" y="7144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B98F2381-17CE-4672-96D3-D3E4A8C1115A}"/>
                  </a:ext>
                </a:extLst>
              </p:cNvPr>
              <p:cNvSpPr/>
              <p:nvPr/>
            </p:nvSpPr>
            <p:spPr bwMode="ltGray">
              <a:xfrm>
                <a:off x="10708694" y="6036831"/>
                <a:ext cx="1479509" cy="809234"/>
              </a:xfrm>
              <a:custGeom>
                <a:avLst/>
                <a:gdLst/>
                <a:ahLst/>
                <a:cxnLst/>
                <a:rect l="0" t="0" r="0" b="0"/>
                <a:pathLst>
                  <a:path w="1724025" h="942975">
                    <a:moveTo>
                      <a:pt x="861536" y="7144"/>
                    </a:moveTo>
                    <a:lnTo>
                      <a:pt x="7144" y="474821"/>
                    </a:lnTo>
                    <a:lnTo>
                      <a:pt x="861536" y="941546"/>
                    </a:lnTo>
                    <a:lnTo>
                      <a:pt x="1716881" y="474821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6A42BAE-DCEA-4A1A-8779-E499D67DA7B9}"/>
                  </a:ext>
                </a:extLst>
              </p:cNvPr>
              <p:cNvSpPr/>
              <p:nvPr/>
            </p:nvSpPr>
            <p:spPr bwMode="ltGray">
              <a:xfrm>
                <a:off x="10708694" y="1457714"/>
                <a:ext cx="743840" cy="1356898"/>
              </a:xfrm>
              <a:custGeom>
                <a:avLst/>
                <a:gdLst/>
                <a:ahLst/>
                <a:cxnLst/>
                <a:rect l="0" t="0" r="0" b="0"/>
                <a:pathLst>
                  <a:path w="866775" h="1581150">
                    <a:moveTo>
                      <a:pt x="861536" y="1107281"/>
                    </a:moveTo>
                    <a:lnTo>
                      <a:pt x="7144" y="1574959"/>
                    </a:lnTo>
                    <a:lnTo>
                      <a:pt x="7144" y="474821"/>
                    </a:lnTo>
                    <a:lnTo>
                      <a:pt x="861536" y="7144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D7995E7-6761-41BA-BE88-30DD0DF70D22}"/>
                  </a:ext>
                </a:extLst>
              </p:cNvPr>
              <p:cNvSpPr/>
              <p:nvPr/>
            </p:nvSpPr>
            <p:spPr bwMode="ltGray">
              <a:xfrm>
                <a:off x="11441908" y="1457714"/>
                <a:ext cx="743840" cy="1356898"/>
              </a:xfrm>
              <a:custGeom>
                <a:avLst/>
                <a:gdLst/>
                <a:ahLst/>
                <a:cxnLst/>
                <a:rect l="0" t="0" r="0" b="0"/>
                <a:pathLst>
                  <a:path w="866775" h="1581150">
                    <a:moveTo>
                      <a:pt x="7144" y="1107281"/>
                    </a:moveTo>
                    <a:lnTo>
                      <a:pt x="862489" y="1574959"/>
                    </a:lnTo>
                    <a:lnTo>
                      <a:pt x="862489" y="474821"/>
                    </a:lnTo>
                    <a:lnTo>
                      <a:pt x="7144" y="7144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24D7B6AA-459B-44CF-9930-A05720C41315}"/>
                  </a:ext>
                </a:extLst>
              </p:cNvPr>
              <p:cNvSpPr/>
              <p:nvPr/>
            </p:nvSpPr>
            <p:spPr bwMode="ltGray">
              <a:xfrm>
                <a:off x="10708694" y="2401820"/>
                <a:ext cx="1479509" cy="809235"/>
              </a:xfrm>
              <a:custGeom>
                <a:avLst/>
                <a:gdLst/>
                <a:ahLst/>
                <a:cxnLst/>
                <a:rect l="0" t="0" r="0" b="0"/>
                <a:pathLst>
                  <a:path w="1724025" h="942975">
                    <a:moveTo>
                      <a:pt x="861536" y="7144"/>
                    </a:moveTo>
                    <a:lnTo>
                      <a:pt x="7144" y="474821"/>
                    </a:lnTo>
                    <a:lnTo>
                      <a:pt x="861536" y="941546"/>
                    </a:lnTo>
                    <a:lnTo>
                      <a:pt x="1716881" y="474821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0EBE7D0E-F0D6-4EA3-A151-C26BF3138977}"/>
                  </a:ext>
                </a:extLst>
              </p:cNvPr>
              <p:cNvSpPr/>
              <p:nvPr/>
            </p:nvSpPr>
            <p:spPr bwMode="ltGray">
              <a:xfrm>
                <a:off x="11451715" y="2809296"/>
                <a:ext cx="734033" cy="1745983"/>
              </a:xfrm>
              <a:custGeom>
                <a:avLst/>
                <a:gdLst>
                  <a:gd name="connsiteX0" fmla="*/ 1709736 w 2565081"/>
                  <a:gd name="connsiteY0" fmla="*/ 0 h 2502215"/>
                  <a:gd name="connsiteX1" fmla="*/ 2565081 w 2565081"/>
                  <a:gd name="connsiteY1" fmla="*/ 467677 h 2502215"/>
                  <a:gd name="connsiteX2" fmla="*/ 1709736 w 2565081"/>
                  <a:gd name="connsiteY2" fmla="*/ 934402 h 2502215"/>
                  <a:gd name="connsiteX3" fmla="*/ 1709734 w 2565081"/>
                  <a:gd name="connsiteY3" fmla="*/ 934401 h 2502215"/>
                  <a:gd name="connsiteX4" fmla="*/ 1709734 w 2565081"/>
                  <a:gd name="connsiteY4" fmla="*/ 2035488 h 2502215"/>
                  <a:gd name="connsiteX5" fmla="*/ 1709738 w 2565081"/>
                  <a:gd name="connsiteY5" fmla="*/ 2035490 h 2502215"/>
                  <a:gd name="connsiteX6" fmla="*/ 855346 w 2565081"/>
                  <a:gd name="connsiteY6" fmla="*/ 2502215 h 2502215"/>
                  <a:gd name="connsiteX7" fmla="*/ 0 w 2565081"/>
                  <a:gd name="connsiteY7" fmla="*/ 2035490 h 2502215"/>
                  <a:gd name="connsiteX8" fmla="*/ 855345 w 2565081"/>
                  <a:gd name="connsiteY8" fmla="*/ 1567814 h 2502215"/>
                  <a:gd name="connsiteX9" fmla="*/ 855343 w 2565081"/>
                  <a:gd name="connsiteY9" fmla="*/ 1567813 h 2502215"/>
                  <a:gd name="connsiteX10" fmla="*/ 855343 w 2565081"/>
                  <a:gd name="connsiteY10" fmla="*/ 467677 h 2502215"/>
                  <a:gd name="connsiteX11" fmla="*/ 855343 w 2565081"/>
                  <a:gd name="connsiteY11" fmla="*/ 467675 h 2502215"/>
                  <a:gd name="connsiteX12" fmla="*/ 855345 w 2565081"/>
                  <a:gd name="connsiteY12" fmla="*/ 467676 h 2502215"/>
                  <a:gd name="connsiteX0" fmla="*/ 2565081 w 2671633"/>
                  <a:gd name="connsiteY0" fmla="*/ 467677 h 2502215"/>
                  <a:gd name="connsiteX1" fmla="*/ 1709736 w 2671633"/>
                  <a:gd name="connsiteY1" fmla="*/ 934402 h 2502215"/>
                  <a:gd name="connsiteX2" fmla="*/ 1709734 w 2671633"/>
                  <a:gd name="connsiteY2" fmla="*/ 934401 h 2502215"/>
                  <a:gd name="connsiteX3" fmla="*/ 1709734 w 2671633"/>
                  <a:gd name="connsiteY3" fmla="*/ 2035488 h 2502215"/>
                  <a:gd name="connsiteX4" fmla="*/ 1709738 w 2671633"/>
                  <a:gd name="connsiteY4" fmla="*/ 2035490 h 2502215"/>
                  <a:gd name="connsiteX5" fmla="*/ 855346 w 2671633"/>
                  <a:gd name="connsiteY5" fmla="*/ 2502215 h 2502215"/>
                  <a:gd name="connsiteX6" fmla="*/ 0 w 2671633"/>
                  <a:gd name="connsiteY6" fmla="*/ 2035490 h 2502215"/>
                  <a:gd name="connsiteX7" fmla="*/ 855345 w 2671633"/>
                  <a:gd name="connsiteY7" fmla="*/ 1567814 h 2502215"/>
                  <a:gd name="connsiteX8" fmla="*/ 855343 w 2671633"/>
                  <a:gd name="connsiteY8" fmla="*/ 1567813 h 2502215"/>
                  <a:gd name="connsiteX9" fmla="*/ 855343 w 2671633"/>
                  <a:gd name="connsiteY9" fmla="*/ 467677 h 2502215"/>
                  <a:gd name="connsiteX10" fmla="*/ 855343 w 2671633"/>
                  <a:gd name="connsiteY10" fmla="*/ 467675 h 2502215"/>
                  <a:gd name="connsiteX11" fmla="*/ 855345 w 2671633"/>
                  <a:gd name="connsiteY11" fmla="*/ 467676 h 2502215"/>
                  <a:gd name="connsiteX12" fmla="*/ 1709736 w 2671633"/>
                  <a:gd name="connsiteY12" fmla="*/ 0 h 2502215"/>
                  <a:gd name="connsiteX13" fmla="*/ 2671633 w 2671633"/>
                  <a:gd name="connsiteY13" fmla="*/ 574229 h 2502215"/>
                  <a:gd name="connsiteX0" fmla="*/ 2565081 w 2565081"/>
                  <a:gd name="connsiteY0" fmla="*/ 467677 h 2502215"/>
                  <a:gd name="connsiteX1" fmla="*/ 1709736 w 2565081"/>
                  <a:gd name="connsiteY1" fmla="*/ 934402 h 2502215"/>
                  <a:gd name="connsiteX2" fmla="*/ 1709734 w 2565081"/>
                  <a:gd name="connsiteY2" fmla="*/ 934401 h 2502215"/>
                  <a:gd name="connsiteX3" fmla="*/ 1709734 w 2565081"/>
                  <a:gd name="connsiteY3" fmla="*/ 2035488 h 2502215"/>
                  <a:gd name="connsiteX4" fmla="*/ 1709738 w 2565081"/>
                  <a:gd name="connsiteY4" fmla="*/ 2035490 h 2502215"/>
                  <a:gd name="connsiteX5" fmla="*/ 855346 w 2565081"/>
                  <a:gd name="connsiteY5" fmla="*/ 2502215 h 2502215"/>
                  <a:gd name="connsiteX6" fmla="*/ 0 w 2565081"/>
                  <a:gd name="connsiteY6" fmla="*/ 2035490 h 2502215"/>
                  <a:gd name="connsiteX7" fmla="*/ 855345 w 2565081"/>
                  <a:gd name="connsiteY7" fmla="*/ 1567814 h 2502215"/>
                  <a:gd name="connsiteX8" fmla="*/ 855343 w 2565081"/>
                  <a:gd name="connsiteY8" fmla="*/ 1567813 h 2502215"/>
                  <a:gd name="connsiteX9" fmla="*/ 855343 w 2565081"/>
                  <a:gd name="connsiteY9" fmla="*/ 467677 h 2502215"/>
                  <a:gd name="connsiteX10" fmla="*/ 855343 w 2565081"/>
                  <a:gd name="connsiteY10" fmla="*/ 467675 h 2502215"/>
                  <a:gd name="connsiteX11" fmla="*/ 855345 w 2565081"/>
                  <a:gd name="connsiteY11" fmla="*/ 467676 h 2502215"/>
                  <a:gd name="connsiteX12" fmla="*/ 1709736 w 2565081"/>
                  <a:gd name="connsiteY12" fmla="*/ 0 h 2502215"/>
                  <a:gd name="connsiteX0" fmla="*/ 2565081 w 2565081"/>
                  <a:gd name="connsiteY0" fmla="*/ 2 h 2034540"/>
                  <a:gd name="connsiteX1" fmla="*/ 1709736 w 2565081"/>
                  <a:gd name="connsiteY1" fmla="*/ 466727 h 2034540"/>
                  <a:gd name="connsiteX2" fmla="*/ 1709734 w 2565081"/>
                  <a:gd name="connsiteY2" fmla="*/ 466726 h 2034540"/>
                  <a:gd name="connsiteX3" fmla="*/ 1709734 w 2565081"/>
                  <a:gd name="connsiteY3" fmla="*/ 1567813 h 2034540"/>
                  <a:gd name="connsiteX4" fmla="*/ 1709738 w 2565081"/>
                  <a:gd name="connsiteY4" fmla="*/ 1567815 h 2034540"/>
                  <a:gd name="connsiteX5" fmla="*/ 855346 w 2565081"/>
                  <a:gd name="connsiteY5" fmla="*/ 2034540 h 2034540"/>
                  <a:gd name="connsiteX6" fmla="*/ 0 w 2565081"/>
                  <a:gd name="connsiteY6" fmla="*/ 1567815 h 2034540"/>
                  <a:gd name="connsiteX7" fmla="*/ 855345 w 2565081"/>
                  <a:gd name="connsiteY7" fmla="*/ 1100139 h 2034540"/>
                  <a:gd name="connsiteX8" fmla="*/ 855343 w 2565081"/>
                  <a:gd name="connsiteY8" fmla="*/ 1100138 h 2034540"/>
                  <a:gd name="connsiteX9" fmla="*/ 855343 w 2565081"/>
                  <a:gd name="connsiteY9" fmla="*/ 2 h 2034540"/>
                  <a:gd name="connsiteX10" fmla="*/ 855343 w 2565081"/>
                  <a:gd name="connsiteY10" fmla="*/ 0 h 2034540"/>
                  <a:gd name="connsiteX11" fmla="*/ 855345 w 2565081"/>
                  <a:gd name="connsiteY11" fmla="*/ 1 h 2034540"/>
                  <a:gd name="connsiteX0" fmla="*/ 1709736 w 1709737"/>
                  <a:gd name="connsiteY0" fmla="*/ 466727 h 2034540"/>
                  <a:gd name="connsiteX1" fmla="*/ 1709734 w 1709737"/>
                  <a:gd name="connsiteY1" fmla="*/ 466726 h 2034540"/>
                  <a:gd name="connsiteX2" fmla="*/ 1709734 w 1709737"/>
                  <a:gd name="connsiteY2" fmla="*/ 1567813 h 2034540"/>
                  <a:gd name="connsiteX3" fmla="*/ 1709738 w 1709737"/>
                  <a:gd name="connsiteY3" fmla="*/ 1567815 h 2034540"/>
                  <a:gd name="connsiteX4" fmla="*/ 855346 w 1709737"/>
                  <a:gd name="connsiteY4" fmla="*/ 2034540 h 2034540"/>
                  <a:gd name="connsiteX5" fmla="*/ 0 w 1709737"/>
                  <a:gd name="connsiteY5" fmla="*/ 1567815 h 2034540"/>
                  <a:gd name="connsiteX6" fmla="*/ 855345 w 1709737"/>
                  <a:gd name="connsiteY6" fmla="*/ 1100139 h 2034540"/>
                  <a:gd name="connsiteX7" fmla="*/ 855343 w 1709737"/>
                  <a:gd name="connsiteY7" fmla="*/ 1100138 h 2034540"/>
                  <a:gd name="connsiteX8" fmla="*/ 855343 w 1709737"/>
                  <a:gd name="connsiteY8" fmla="*/ 2 h 2034540"/>
                  <a:gd name="connsiteX9" fmla="*/ 855343 w 1709737"/>
                  <a:gd name="connsiteY9" fmla="*/ 0 h 2034540"/>
                  <a:gd name="connsiteX10" fmla="*/ 855345 w 1709737"/>
                  <a:gd name="connsiteY10" fmla="*/ 1 h 2034540"/>
                  <a:gd name="connsiteX0" fmla="*/ 1709736 w 1709738"/>
                  <a:gd name="connsiteY0" fmla="*/ 466727 h 2034540"/>
                  <a:gd name="connsiteX1" fmla="*/ 1709734 w 1709738"/>
                  <a:gd name="connsiteY1" fmla="*/ 1567813 h 2034540"/>
                  <a:gd name="connsiteX2" fmla="*/ 1709738 w 1709738"/>
                  <a:gd name="connsiteY2" fmla="*/ 1567815 h 2034540"/>
                  <a:gd name="connsiteX3" fmla="*/ 855346 w 1709738"/>
                  <a:gd name="connsiteY3" fmla="*/ 2034540 h 2034540"/>
                  <a:gd name="connsiteX4" fmla="*/ 0 w 1709738"/>
                  <a:gd name="connsiteY4" fmla="*/ 1567815 h 2034540"/>
                  <a:gd name="connsiteX5" fmla="*/ 855345 w 1709738"/>
                  <a:gd name="connsiteY5" fmla="*/ 1100139 h 2034540"/>
                  <a:gd name="connsiteX6" fmla="*/ 855343 w 1709738"/>
                  <a:gd name="connsiteY6" fmla="*/ 1100138 h 2034540"/>
                  <a:gd name="connsiteX7" fmla="*/ 855343 w 1709738"/>
                  <a:gd name="connsiteY7" fmla="*/ 2 h 2034540"/>
                  <a:gd name="connsiteX8" fmla="*/ 855343 w 1709738"/>
                  <a:gd name="connsiteY8" fmla="*/ 0 h 2034540"/>
                  <a:gd name="connsiteX9" fmla="*/ 855345 w 1709738"/>
                  <a:gd name="connsiteY9" fmla="*/ 1 h 2034540"/>
                  <a:gd name="connsiteX0" fmla="*/ 1709736 w 1709736"/>
                  <a:gd name="connsiteY0" fmla="*/ 466727 h 2034540"/>
                  <a:gd name="connsiteX1" fmla="*/ 1709734 w 1709736"/>
                  <a:gd name="connsiteY1" fmla="*/ 1567813 h 2034540"/>
                  <a:gd name="connsiteX2" fmla="*/ 855346 w 1709736"/>
                  <a:gd name="connsiteY2" fmla="*/ 2034540 h 2034540"/>
                  <a:gd name="connsiteX3" fmla="*/ 0 w 1709736"/>
                  <a:gd name="connsiteY3" fmla="*/ 1567815 h 2034540"/>
                  <a:gd name="connsiteX4" fmla="*/ 855345 w 1709736"/>
                  <a:gd name="connsiteY4" fmla="*/ 1100139 h 2034540"/>
                  <a:gd name="connsiteX5" fmla="*/ 855343 w 1709736"/>
                  <a:gd name="connsiteY5" fmla="*/ 1100138 h 2034540"/>
                  <a:gd name="connsiteX6" fmla="*/ 855343 w 1709736"/>
                  <a:gd name="connsiteY6" fmla="*/ 2 h 2034540"/>
                  <a:gd name="connsiteX7" fmla="*/ 855343 w 1709736"/>
                  <a:gd name="connsiteY7" fmla="*/ 0 h 2034540"/>
                  <a:gd name="connsiteX8" fmla="*/ 855345 w 1709736"/>
                  <a:gd name="connsiteY8" fmla="*/ 1 h 2034540"/>
                  <a:gd name="connsiteX0" fmla="*/ 1709734 w 1709734"/>
                  <a:gd name="connsiteY0" fmla="*/ 1567813 h 2034540"/>
                  <a:gd name="connsiteX1" fmla="*/ 855346 w 1709734"/>
                  <a:gd name="connsiteY1" fmla="*/ 2034540 h 2034540"/>
                  <a:gd name="connsiteX2" fmla="*/ 0 w 1709734"/>
                  <a:gd name="connsiteY2" fmla="*/ 1567815 h 2034540"/>
                  <a:gd name="connsiteX3" fmla="*/ 855345 w 1709734"/>
                  <a:gd name="connsiteY3" fmla="*/ 1100139 h 2034540"/>
                  <a:gd name="connsiteX4" fmla="*/ 855343 w 1709734"/>
                  <a:gd name="connsiteY4" fmla="*/ 1100138 h 2034540"/>
                  <a:gd name="connsiteX5" fmla="*/ 855343 w 1709734"/>
                  <a:gd name="connsiteY5" fmla="*/ 2 h 2034540"/>
                  <a:gd name="connsiteX6" fmla="*/ 855343 w 1709734"/>
                  <a:gd name="connsiteY6" fmla="*/ 0 h 2034540"/>
                  <a:gd name="connsiteX7" fmla="*/ 855345 w 1709734"/>
                  <a:gd name="connsiteY7" fmla="*/ 1 h 2034540"/>
                  <a:gd name="connsiteX0" fmla="*/ 855346 w 855346"/>
                  <a:gd name="connsiteY0" fmla="*/ 2034540 h 2034540"/>
                  <a:gd name="connsiteX1" fmla="*/ 0 w 855346"/>
                  <a:gd name="connsiteY1" fmla="*/ 1567815 h 2034540"/>
                  <a:gd name="connsiteX2" fmla="*/ 855345 w 855346"/>
                  <a:gd name="connsiteY2" fmla="*/ 1100139 h 2034540"/>
                  <a:gd name="connsiteX3" fmla="*/ 855343 w 855346"/>
                  <a:gd name="connsiteY3" fmla="*/ 1100138 h 2034540"/>
                  <a:gd name="connsiteX4" fmla="*/ 855343 w 855346"/>
                  <a:gd name="connsiteY4" fmla="*/ 2 h 2034540"/>
                  <a:gd name="connsiteX5" fmla="*/ 855343 w 855346"/>
                  <a:gd name="connsiteY5" fmla="*/ 0 h 2034540"/>
                  <a:gd name="connsiteX6" fmla="*/ 855345 w 855346"/>
                  <a:gd name="connsiteY6" fmla="*/ 1 h 2034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5346" h="2034540">
                    <a:moveTo>
                      <a:pt x="855346" y="2034540"/>
                    </a:moveTo>
                    <a:lnTo>
                      <a:pt x="0" y="1567815"/>
                    </a:lnTo>
                    <a:lnTo>
                      <a:pt x="855345" y="1100139"/>
                    </a:lnTo>
                    <a:cubicBezTo>
                      <a:pt x="855344" y="1100139"/>
                      <a:pt x="855344" y="1100138"/>
                      <a:pt x="855343" y="1100138"/>
                    </a:cubicBezTo>
                    <a:lnTo>
                      <a:pt x="855343" y="2"/>
                    </a:lnTo>
                    <a:lnTo>
                      <a:pt x="855343" y="0"/>
                    </a:lnTo>
                    <a:cubicBezTo>
                      <a:pt x="855344" y="0"/>
                      <a:pt x="855344" y="1"/>
                      <a:pt x="855345" y="1"/>
                    </a:cubicBezTo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0118A379-1639-4C1C-9E5B-A39F1CD0A9D9}"/>
                  </a:ext>
                </a:extLst>
              </p:cNvPr>
              <p:cNvCxnSpPr/>
              <p:nvPr/>
            </p:nvCxnSpPr>
            <p:spPr bwMode="ltGray">
              <a:xfrm>
                <a:off x="9981203" y="5098858"/>
                <a:ext cx="733213" cy="400531"/>
              </a:xfrm>
              <a:prstGeom prst="line">
                <a:avLst/>
              </a:pr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cxn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E8DE972F-9FF1-4743-BF7F-15CC5403A6CF}"/>
                </a:ext>
              </a:extLst>
            </p:cNvPr>
            <p:cNvGrpSpPr/>
            <p:nvPr userDrawn="1"/>
          </p:nvGrpSpPr>
          <p:grpSpPr bwMode="ltGray">
            <a:xfrm>
              <a:off x="7545167" y="-21839"/>
              <a:ext cx="1192433" cy="1098538"/>
              <a:chOff x="7545167" y="-9139"/>
              <a:chExt cx="1192433" cy="1098538"/>
            </a:xfrm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95596FA-D3B2-4953-81FC-9958337AF5DC}"/>
                  </a:ext>
                </a:extLst>
              </p:cNvPr>
              <p:cNvSpPr/>
              <p:nvPr userDrawn="1"/>
            </p:nvSpPr>
            <p:spPr bwMode="ltGray">
              <a:xfrm>
                <a:off x="7550108" y="-9139"/>
                <a:ext cx="591604" cy="774738"/>
              </a:xfrm>
              <a:custGeom>
                <a:avLst/>
                <a:gdLst>
                  <a:gd name="connsiteX0" fmla="*/ 24121 w 591604"/>
                  <a:gd name="connsiteY0" fmla="*/ 0 h 774738"/>
                  <a:gd name="connsiteX1" fmla="*/ 591604 w 591604"/>
                  <a:gd name="connsiteY1" fmla="*/ 0 h 774738"/>
                  <a:gd name="connsiteX2" fmla="*/ 591604 w 591604"/>
                  <a:gd name="connsiteY2" fmla="*/ 451265 h 774738"/>
                  <a:gd name="connsiteX3" fmla="*/ 0 w 591604"/>
                  <a:gd name="connsiteY3" fmla="*/ 774738 h 774738"/>
                  <a:gd name="connsiteX4" fmla="*/ 0 w 591604"/>
                  <a:gd name="connsiteY4" fmla="*/ 13162 h 7747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1604" h="774738">
                    <a:moveTo>
                      <a:pt x="24121" y="0"/>
                    </a:moveTo>
                    <a:lnTo>
                      <a:pt x="591604" y="0"/>
                    </a:lnTo>
                    <a:lnTo>
                      <a:pt x="591604" y="451265"/>
                    </a:lnTo>
                    <a:lnTo>
                      <a:pt x="0" y="774738"/>
                    </a:lnTo>
                    <a:lnTo>
                      <a:pt x="0" y="13162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D57090A-B887-4CA7-A022-90564F12A9A9}"/>
                  </a:ext>
                </a:extLst>
              </p:cNvPr>
              <p:cNvSpPr/>
              <p:nvPr userDrawn="1"/>
            </p:nvSpPr>
            <p:spPr bwMode="ltGray">
              <a:xfrm>
                <a:off x="8141712" y="-9139"/>
                <a:ext cx="590944" cy="774738"/>
              </a:xfrm>
              <a:custGeom>
                <a:avLst/>
                <a:gdLst>
                  <a:gd name="connsiteX0" fmla="*/ 0 w 590944"/>
                  <a:gd name="connsiteY0" fmla="*/ 0 h 774738"/>
                  <a:gd name="connsiteX1" fmla="*/ 566850 w 590944"/>
                  <a:gd name="connsiteY1" fmla="*/ 0 h 774738"/>
                  <a:gd name="connsiteX2" fmla="*/ 590944 w 590944"/>
                  <a:gd name="connsiteY2" fmla="*/ 13162 h 774738"/>
                  <a:gd name="connsiteX3" fmla="*/ 590944 w 590944"/>
                  <a:gd name="connsiteY3" fmla="*/ 774738 h 774738"/>
                  <a:gd name="connsiteX4" fmla="*/ 0 w 590944"/>
                  <a:gd name="connsiteY4" fmla="*/ 451265 h 7747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0944" h="774738">
                    <a:moveTo>
                      <a:pt x="0" y="0"/>
                    </a:moveTo>
                    <a:lnTo>
                      <a:pt x="566850" y="0"/>
                    </a:lnTo>
                    <a:lnTo>
                      <a:pt x="590944" y="13162"/>
                    </a:lnTo>
                    <a:lnTo>
                      <a:pt x="590944" y="774738"/>
                    </a:lnTo>
                    <a:lnTo>
                      <a:pt x="0" y="451265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F9749B2E-C284-42A2-A061-B635FBBBD461}"/>
                  </a:ext>
                </a:extLst>
              </p:cNvPr>
              <p:cNvSpPr/>
              <p:nvPr userDrawn="1"/>
            </p:nvSpPr>
            <p:spPr bwMode="ltGray">
              <a:xfrm>
                <a:off x="7545167" y="437185"/>
                <a:ext cx="1192433" cy="652214"/>
              </a:xfrm>
              <a:custGeom>
                <a:avLst/>
                <a:gdLst/>
                <a:ahLst/>
                <a:cxnLst/>
                <a:rect l="0" t="0" r="0" b="0"/>
                <a:pathLst>
                  <a:path w="1724025" h="942975">
                    <a:moveTo>
                      <a:pt x="862489" y="7144"/>
                    </a:moveTo>
                    <a:lnTo>
                      <a:pt x="7144" y="474821"/>
                    </a:lnTo>
                    <a:lnTo>
                      <a:pt x="862489" y="941546"/>
                    </a:lnTo>
                    <a:lnTo>
                      <a:pt x="1716881" y="474821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0A74F4CD-889D-4E91-AB27-CCB11E8677AE}"/>
                </a:ext>
              </a:extLst>
            </p:cNvPr>
            <p:cNvGrpSpPr/>
            <p:nvPr userDrawn="1"/>
          </p:nvGrpSpPr>
          <p:grpSpPr bwMode="ltGray">
            <a:xfrm>
              <a:off x="6256117" y="5896894"/>
              <a:ext cx="1057910" cy="971314"/>
              <a:chOff x="6256117" y="5896894"/>
              <a:chExt cx="1057910" cy="971314"/>
            </a:xfrm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CE97AB5-F3D1-4D1A-8F2F-166F6F85A189}"/>
                  </a:ext>
                </a:extLst>
              </p:cNvPr>
              <p:cNvSpPr/>
              <p:nvPr userDrawn="1"/>
            </p:nvSpPr>
            <p:spPr bwMode="ltGray">
              <a:xfrm>
                <a:off x="6256117" y="5896894"/>
                <a:ext cx="532466" cy="971314"/>
              </a:xfrm>
              <a:custGeom>
                <a:avLst/>
                <a:gdLst/>
                <a:ahLst/>
                <a:cxnLst/>
                <a:rect l="0" t="0" r="0" b="0"/>
                <a:pathLst>
                  <a:path w="866775" h="1581150">
                    <a:moveTo>
                      <a:pt x="862489" y="1107281"/>
                    </a:moveTo>
                    <a:lnTo>
                      <a:pt x="7144" y="1574959"/>
                    </a:lnTo>
                    <a:lnTo>
                      <a:pt x="7144" y="473869"/>
                    </a:lnTo>
                    <a:lnTo>
                      <a:pt x="862489" y="7144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5281A29-9018-48AF-8B81-EB9F71FE5ABA}"/>
                  </a:ext>
                </a:extLst>
              </p:cNvPr>
              <p:cNvSpPr/>
              <p:nvPr userDrawn="1"/>
            </p:nvSpPr>
            <p:spPr bwMode="ltGray">
              <a:xfrm>
                <a:off x="6781561" y="5896894"/>
                <a:ext cx="532466" cy="971314"/>
              </a:xfrm>
              <a:custGeom>
                <a:avLst/>
                <a:gdLst/>
                <a:ahLst/>
                <a:cxnLst/>
                <a:rect l="0" t="0" r="0" b="0"/>
                <a:pathLst>
                  <a:path w="866775" h="1581150">
                    <a:moveTo>
                      <a:pt x="7144" y="1107281"/>
                    </a:moveTo>
                    <a:lnTo>
                      <a:pt x="861536" y="1574959"/>
                    </a:lnTo>
                    <a:lnTo>
                      <a:pt x="861536" y="473869"/>
                    </a:lnTo>
                    <a:lnTo>
                      <a:pt x="7144" y="7144"/>
                    </a:lnTo>
                    <a:close/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2B1B3F07-773E-4FC0-9A04-73F52683190E}"/>
                  </a:ext>
                </a:extLst>
              </p:cNvPr>
              <p:cNvSpPr/>
              <p:nvPr userDrawn="1"/>
            </p:nvSpPr>
            <p:spPr bwMode="ltGray">
              <a:xfrm>
                <a:off x="6260506" y="6577107"/>
                <a:ext cx="1050305" cy="287297"/>
              </a:xfrm>
              <a:custGeom>
                <a:avLst/>
                <a:gdLst>
                  <a:gd name="connsiteX0" fmla="*/ 855344 w 1709736"/>
                  <a:gd name="connsiteY0" fmla="*/ 934401 h 1083252"/>
                  <a:gd name="connsiteX1" fmla="*/ 1709736 w 1709736"/>
                  <a:gd name="connsiteY1" fmla="*/ 467676 h 1083252"/>
                  <a:gd name="connsiteX2" fmla="*/ 855344 w 1709736"/>
                  <a:gd name="connsiteY2" fmla="*/ -1 h 1083252"/>
                  <a:gd name="connsiteX3" fmla="*/ -1 w 1709736"/>
                  <a:gd name="connsiteY3" fmla="*/ 467676 h 1083252"/>
                  <a:gd name="connsiteX4" fmla="*/ 1004194 w 1709736"/>
                  <a:gd name="connsiteY4" fmla="*/ 1083251 h 1083252"/>
                  <a:gd name="connsiteX0" fmla="*/ 855346 w 1709738"/>
                  <a:gd name="connsiteY0" fmla="*/ 934403 h 934403"/>
                  <a:gd name="connsiteX1" fmla="*/ 1709738 w 1709738"/>
                  <a:gd name="connsiteY1" fmla="*/ 467678 h 934403"/>
                  <a:gd name="connsiteX2" fmla="*/ 855346 w 1709738"/>
                  <a:gd name="connsiteY2" fmla="*/ 1 h 934403"/>
                  <a:gd name="connsiteX3" fmla="*/ 1 w 1709738"/>
                  <a:gd name="connsiteY3" fmla="*/ 467678 h 934403"/>
                  <a:gd name="connsiteX0" fmla="*/ 1709736 w 1709736"/>
                  <a:gd name="connsiteY0" fmla="*/ 467676 h 467676"/>
                  <a:gd name="connsiteX1" fmla="*/ 855344 w 1709736"/>
                  <a:gd name="connsiteY1" fmla="*/ -1 h 467676"/>
                  <a:gd name="connsiteX2" fmla="*/ -1 w 1709736"/>
                  <a:gd name="connsiteY2" fmla="*/ 467676 h 4676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09736" h="467676">
                    <a:moveTo>
                      <a:pt x="1709736" y="467676"/>
                    </a:moveTo>
                    <a:lnTo>
                      <a:pt x="855344" y="-1"/>
                    </a:lnTo>
                    <a:lnTo>
                      <a:pt x="-1" y="467676"/>
                    </a:lnTo>
                  </a:path>
                </a:pathLst>
              </a:custGeom>
              <a:noFill/>
              <a:ln w="17463" cap="flat">
                <a:solidFill>
                  <a:srgbClr val="D83B0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909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44969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740" y="1816251"/>
            <a:ext cx="11018520" cy="1612749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158DAD4-CF54-EA62-8AB7-7CC4E25F9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740" y="365125"/>
            <a:ext cx="10767060" cy="1325563"/>
          </a:xfrm>
        </p:spPr>
        <p:txBody>
          <a:bodyPr>
            <a:normAutofit/>
          </a:bodyPr>
          <a:lstStyle>
            <a:lvl1pPr>
              <a:defRPr sz="5400" b="1">
                <a:gradFill>
                  <a:gsLst>
                    <a:gs pos="50000">
                      <a:srgbClr val="7178FE"/>
                    </a:gs>
                    <a:gs pos="0">
                      <a:srgbClr val="353EB8"/>
                    </a:gs>
                    <a:gs pos="100000">
                      <a:srgbClr val="E878FF"/>
                    </a:gs>
                  </a:gsLst>
                  <a:lin ang="2400000" scaled="0"/>
                </a:gra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C8B420-DF9D-B4B0-8FE5-202C9B1F3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Confidential – Microsoft Internal Only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D7C5CB1F-49E9-7003-B797-E9F65CD24B43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15754C4A-6ED4-42ED-B1D6-F4403CF37AF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DD4CA2E-DE35-E7CF-9F48-FDBF9E3BE4A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6AE7E10-0BB3-4A05-B6C7-FE351134EE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34376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opic List">
    <p:bg>
      <p:bgPr>
        <a:gradFill>
          <a:gsLst>
            <a:gs pos="0">
              <a:srgbClr val="120D24"/>
            </a:gs>
            <a:gs pos="100000">
              <a:srgbClr val="290A46"/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E8E3F90-45CE-A83F-3C0D-8D5FC1BBE7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72437A2-AE69-71ED-390F-3AD72B170687}"/>
              </a:ext>
            </a:extLst>
          </p:cNvPr>
          <p:cNvSpPr/>
          <p:nvPr userDrawn="1"/>
        </p:nvSpPr>
        <p:spPr bwMode="auto">
          <a:xfrm>
            <a:off x="3770290" y="585787"/>
            <a:ext cx="7746520" cy="5683249"/>
          </a:xfrm>
          <a:prstGeom prst="roundRect">
            <a:avLst>
              <a:gd name="adj" fmla="val 3567"/>
            </a:avLst>
          </a:prstGeom>
          <a:gradFill>
            <a:gsLst>
              <a:gs pos="0">
                <a:schemeClr val="tx1"/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400000" scaled="0"/>
          </a:gradFill>
          <a:ln>
            <a:noFill/>
          </a:ln>
          <a:effectLst>
            <a:outerShdw blurRad="279400" dist="38100" dir="2700000" algn="tl" rotWithShape="0">
              <a:prstClr val="black">
                <a:alpha val="3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CA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2629499" cy="5683250"/>
          </a:xfrm>
        </p:spPr>
        <p:txBody>
          <a:bodyPr anchor="ctr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282311" y="1299377"/>
            <a:ext cx="5651006" cy="645171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51500-7F31-99F7-4E08-706B57C7B9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82311" y="2504069"/>
            <a:ext cx="5651006" cy="645171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EB930E5-4B0E-6780-ADDA-04A29A4628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82311" y="3708761"/>
            <a:ext cx="5651006" cy="645171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C192156-0C90-14D8-779B-222D86A9A4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82311" y="4913452"/>
            <a:ext cx="5651006" cy="645171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D233B5D-21AE-D331-38AD-6EEB85AE3DE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Confidential – Microsoft Internal Only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96634A1C-419A-4288-B2B5-66A5E47CA4B1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b="1"/>
            </a:lvl1pPr>
          </a:lstStyle>
          <a:p>
            <a:fld id="{15754C4A-6ED4-42ED-B1D6-F4403CF37AFF}" type="datetimeFigureOut">
              <a:rPr lang="en-US" smtClean="0"/>
              <a:pPr/>
              <a:t>3/11/2026</a:t>
            </a:fld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E658D33-033B-E1C7-AC13-F5586E1455F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b="1"/>
            </a:lvl1pPr>
          </a:lstStyle>
          <a:p>
            <a:fld id="{46AE7E10-0BB3-4A05-B6C7-FE351134EE5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804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ase study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69240" y="2197702"/>
            <a:ext cx="5265119" cy="1898981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spc="100" baseline="0">
                <a:solidFill>
                  <a:schemeClr val="bg1"/>
                </a:solidFill>
              </a:defRPr>
            </a:lvl1pPr>
            <a:lvl2pPr marL="160020" indent="-160020" algn="l" defTabSz="7620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kern="1200" spc="100" baseline="0" dirty="0" smtClean="0">
                <a:solidFill>
                  <a:schemeClr val="bg1"/>
                </a:solidFill>
                <a:latin typeface="+mn-lt"/>
                <a:ea typeface="+mn-ea"/>
                <a:cs typeface="Times New Roman" panose="02020603050405020304" pitchFamily="18" charset="0"/>
              </a:defRPr>
            </a:lvl2pPr>
            <a:lvl3pPr marL="569913" indent="-228600" defTabSz="762000">
              <a:buClr>
                <a:schemeClr val="tx2"/>
              </a:buClr>
              <a:defRPr spc="100" baseline="0">
                <a:solidFill>
                  <a:schemeClr val="bg1"/>
                </a:solidFill>
              </a:defRPr>
            </a:lvl3pPr>
            <a:lvl4pPr marL="914400" indent="-228600" defTabSz="762000">
              <a:buClr>
                <a:schemeClr val="tx2"/>
              </a:buClr>
              <a:defRPr spc="100" baseline="0">
                <a:solidFill>
                  <a:schemeClr val="bg1"/>
                </a:solidFill>
              </a:defRPr>
            </a:lvl4pPr>
            <a:lvl5pPr marL="1258888" indent="-228600" defTabSz="762000">
              <a:buClr>
                <a:schemeClr val="tx2"/>
              </a:buClr>
              <a:defRPr spc="1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46F0AFE-AADD-4A6A-8100-DF623625B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240" y="289511"/>
            <a:ext cx="5265119" cy="161766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3ED6A4-84B5-4E0F-AACB-5DDD65A08580}"/>
              </a:ext>
            </a:extLst>
          </p:cNvPr>
          <p:cNvSpPr/>
          <p:nvPr userDrawn="1"/>
        </p:nvSpPr>
        <p:spPr>
          <a:xfrm>
            <a:off x="6253842" y="1"/>
            <a:ext cx="5938157" cy="68652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846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69240" y="1189178"/>
            <a:ext cx="11653523" cy="1985641"/>
          </a:xfrm>
        </p:spPr>
        <p:txBody>
          <a:bodyPr/>
          <a:lstStyle>
            <a:lvl1pPr marL="0" indent="0">
              <a:buNone/>
              <a:defRPr>
                <a:gradFill>
                  <a:gsLst>
                    <a:gs pos="1250">
                      <a:schemeClr val="tx1"/>
                    </a:gs>
                    <a:gs pos="99000">
                      <a:schemeClr val="tx1"/>
                    </a:gs>
                  </a:gsLst>
                  <a:lin ang="5400000" scaled="0"/>
                </a:gradFill>
              </a:defRPr>
            </a:lvl1pPr>
            <a:lvl2pPr marL="0" indent="0">
              <a:buFontTx/>
              <a:buNone/>
              <a:defRPr sz="1961"/>
            </a:lvl2pPr>
            <a:lvl3pPr marL="224054" indent="0">
              <a:buNone/>
              <a:defRPr/>
            </a:lvl3pPr>
            <a:lvl4pPr marL="448107" indent="0">
              <a:buNone/>
              <a:defRPr/>
            </a:lvl4pPr>
            <a:lvl5pPr marL="672161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17245284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40" y="1189177"/>
            <a:ext cx="11653523" cy="1566583"/>
          </a:xfrm>
        </p:spPr>
        <p:txBody>
          <a:bodyPr>
            <a:spAutoFit/>
          </a:bodyPr>
          <a:lstStyle>
            <a:lvl1pPr>
              <a:defRPr sz="2400"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A09FA5-87FE-4058-ABAF-64E38F787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8628178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t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FBB2BD-846C-4813-B494-1EA4319C74C7}"/>
              </a:ext>
            </a:extLst>
          </p:cNvPr>
          <p:cNvSpPr/>
          <p:nvPr userDrawn="1"/>
        </p:nvSpPr>
        <p:spPr>
          <a:xfrm>
            <a:off x="0" y="1189176"/>
            <a:ext cx="12192000" cy="5676058"/>
          </a:xfrm>
          <a:prstGeom prst="rect">
            <a:avLst/>
          </a:prstGeom>
          <a:solidFill>
            <a:schemeClr val="bg1">
              <a:lumMod val="95000"/>
              <a:alpha val="8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51B25BF-04D3-438D-B22A-D496C649A1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925685"/>
            <a:ext cx="11655839" cy="286232"/>
          </a:xfrm>
          <a:noFill/>
        </p:spPr>
        <p:txBody>
          <a:bodyPr wrap="square" lIns="91440" tIns="45720" rIns="91440" bIns="45720" rtlCol="0">
            <a:spAutoFit/>
          </a:bodyPr>
          <a:lstStyle>
            <a:lvl1pPr marL="0" indent="0">
              <a:buNone/>
              <a:defRPr lang="en-US" sz="1400" b="1" dirty="0" smtClean="0">
                <a:solidFill>
                  <a:schemeClr val="tx2"/>
                </a:solidFill>
                <a:latin typeface="Segoe UI Semibold" charset="0"/>
                <a:ea typeface="Segoe UI Semibold" charset="0"/>
                <a:cs typeface="Segoe UI Semibold" charset="0"/>
              </a:defRPr>
            </a:lvl1pPr>
          </a:lstStyle>
          <a:p>
            <a:pPr marL="0" lvl="0" defTabSz="91440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5981843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Background 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5B0B838-FFE7-3848-8346-94C828955739}"/>
              </a:ext>
            </a:extLst>
          </p:cNvPr>
          <p:cNvSpPr/>
          <p:nvPr userDrawn="1"/>
        </p:nvSpPr>
        <p:spPr bwMode="auto">
          <a:xfrm>
            <a:off x="1" y="0"/>
            <a:ext cx="12192000" cy="1439693"/>
          </a:xfrm>
          <a:prstGeom prst="rect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 anchor="ctr">
            <a:spAutoFit/>
          </a:bodyPr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8446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7971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8446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7905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8446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7971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290021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162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11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18C7-175D-4D35-9685-2A7CFD7C9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FABA3-539A-1BAA-152B-6108EFC3E7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8E2322-9D1D-7FD3-93E6-C14D7CBA91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A0CA7C-ACAF-4C2C-AF02-174CFCE3DB3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00CC16-FD0B-1752-E61A-A2A3B3335A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FBAE8-C951-152C-99C3-5D72503A5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0C71F6-F8A5-479C-B8CC-AA41B7A40D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65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6E815D-76B5-29E9-19DC-120CB6FF3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150724-EF27-935F-1301-7B52803995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F649D3-7C15-6C8A-FC02-72231142FA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911C87-EECA-4D7A-8AC3-EFEF2C3BAB9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AB816-FA73-5B8D-0226-70EBE54E0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AB441D-7CB9-3ED1-06AB-1226067886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6C4E83-23CE-42EA-A695-2BF563361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74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5105A-DE2B-E7B0-DB42-CDF32685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FEAABA-243F-1084-244D-C4040C1DB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486" y="4779033"/>
            <a:ext cx="11025188" cy="498598"/>
          </a:xfrm>
          <a:effectLst>
            <a:outerShdw blurRad="50800" dist="38100" dir="2700000" algn="tl" rotWithShape="0">
              <a:prstClr val="black">
                <a:alpha val="25000"/>
              </a:prstClr>
            </a:outerShdw>
          </a:effectLst>
        </p:spPr>
        <p:txBody>
          <a:bodyPr/>
          <a:lstStyle/>
          <a:p>
            <a:r>
              <a:rPr lang="en-US" spc="-147" dirty="0" err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Wrapup</a:t>
            </a:r>
            <a:endParaRPr lang="en-US" spc="-147" dirty="0">
              <a:ln>
                <a:noFill/>
              </a:ln>
              <a:solidFill>
                <a:srgbClr val="FFFFFF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10" name="MS logo white - EMF" descr="Microsoft logo white text version">
            <a:extLst>
              <a:ext uri="{FF2B5EF4-FFF2-40B4-BE49-F238E27FC236}">
                <a16:creationId xmlns:a16="http://schemas.microsoft.com/office/drawing/2014/main" id="{4537DAC1-7162-9266-DD87-D3BB3F13E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black">
          <a:xfrm>
            <a:off x="10536888" y="6274962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683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8D0C68-466B-CC19-F920-FA831E2EB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52993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AI Workshop Key Takeaways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A0490-8A4E-5979-1203-06E3FBDB96CA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647" y="2212848"/>
            <a:ext cx="6035041" cy="4096512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400" b="1"/>
              <a:t>Building AI Applications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sz="1400"/>
              <a:t>Participants learned about essential services and tools necessary for creating effective AI solutions.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400" b="1"/>
              <a:t>Real-World AI Use Cases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sz="1400"/>
              <a:t>The workshop showcased practical examples of AI use cases from various industries, helping connect theory to reality.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400" b="1"/>
              <a:t>Hands-On Learning Experience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sz="1400"/>
              <a:t>Participants gained practical experience using AI tools, experimenting both with code and code-free solutions.</a:t>
            </a:r>
          </a:p>
        </p:txBody>
      </p:sp>
      <p:pic>
        <p:nvPicPr>
          <p:cNvPr id="5" name="Content Placeholder 4" descr="People at the meeting desk">
            <a:extLst>
              <a:ext uri="{FF2B5EF4-FFF2-40B4-BE49-F238E27FC236}">
                <a16:creationId xmlns:a16="http://schemas.microsoft.com/office/drawing/2014/main" id="{4B38E79E-293D-4DFE-982B-E733BE30BC1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rcRect l="25898" r="34352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212157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154</Words>
  <Application>Microsoft Office PowerPoint</Application>
  <PresentationFormat>Widescreen</PresentationFormat>
  <Paragraphs>13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Calibri Light</vt:lpstr>
      <vt:lpstr>Segoe UI</vt:lpstr>
      <vt:lpstr>Segoe UI Semibold</vt:lpstr>
      <vt:lpstr>Segoe UI Semilight</vt:lpstr>
      <vt:lpstr>Wingdings</vt:lpstr>
      <vt:lpstr>Office Theme</vt:lpstr>
      <vt:lpstr>1_Office Theme</vt:lpstr>
      <vt:lpstr>Wrapup</vt:lpstr>
      <vt:lpstr>AI Workshop Key Takeaways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DJ Dean</dc:creator>
  <cp:lastModifiedBy>DJ Dean</cp:lastModifiedBy>
  <cp:revision>1</cp:revision>
  <dcterms:created xsi:type="dcterms:W3CDTF">2026-01-22T16:51:02Z</dcterms:created>
  <dcterms:modified xsi:type="dcterms:W3CDTF">2026-03-11T16:10:36Z</dcterms:modified>
</cp:coreProperties>
</file>